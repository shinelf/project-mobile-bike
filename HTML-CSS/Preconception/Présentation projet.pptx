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44"/>
  </p:notesMasterIdLst>
  <p:sldIdLst>
    <p:sldId id="256" r:id="rId2"/>
    <p:sldId id="257" r:id="rId3"/>
    <p:sldId id="259" r:id="rId4"/>
    <p:sldId id="258" r:id="rId5"/>
    <p:sldId id="288" r:id="rId6"/>
    <p:sldId id="282" r:id="rId7"/>
    <p:sldId id="299" r:id="rId8"/>
    <p:sldId id="296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97" r:id="rId32"/>
    <p:sldId id="283" r:id="rId33"/>
    <p:sldId id="298" r:id="rId34"/>
    <p:sldId id="285" r:id="rId35"/>
    <p:sldId id="286" r:id="rId36"/>
    <p:sldId id="287" r:id="rId37"/>
    <p:sldId id="289" r:id="rId38"/>
    <p:sldId id="290" r:id="rId39"/>
    <p:sldId id="291" r:id="rId40"/>
    <p:sldId id="292" r:id="rId41"/>
    <p:sldId id="293" r:id="rId42"/>
    <p:sldId id="294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D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98151E-0C3A-494B-B26B-37D62C383CFE}">
  <a:tblStyle styleId="{9698151E-0C3A-494B-B26B-37D62C383C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48185A3-63CA-4AD0-B97A-12F4E01556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" name="Google Shape;9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9" name="Google Shape;9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2" name="Google Shape;12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8" name="Google Shape;10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c2f9d80780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1" name="Google Shape;521;gc2f9d80780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c2f9d8078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5" name="Google Shape;355;gc2f9d8078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C8559EBF-B750-4BFE-A1BB-EE35ED68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c2f9d80780_0_42:notes">
            <a:extLst>
              <a:ext uri="{FF2B5EF4-FFF2-40B4-BE49-F238E27FC236}">
                <a16:creationId xmlns:a16="http://schemas.microsoft.com/office/drawing/2014/main" id="{618D523D-EED9-A827-7DEB-C33956D72C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5" name="Google Shape;355;gc2f9d80780_0_42:notes">
            <a:extLst>
              <a:ext uri="{FF2B5EF4-FFF2-40B4-BE49-F238E27FC236}">
                <a16:creationId xmlns:a16="http://schemas.microsoft.com/office/drawing/2014/main" id="{5C7662EF-0B00-B67D-90A8-86BE391DE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438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9A1E91FA-81C8-EEF1-89C4-43468094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c2f9d80780_0_115:notes">
            <a:extLst>
              <a:ext uri="{FF2B5EF4-FFF2-40B4-BE49-F238E27FC236}">
                <a16:creationId xmlns:a16="http://schemas.microsoft.com/office/drawing/2014/main" id="{8F3F2ADC-F999-090E-11E6-B70EE155E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0" name="Google Shape;430;gc2f9d80780_0_115:notes">
            <a:extLst>
              <a:ext uri="{FF2B5EF4-FFF2-40B4-BE49-F238E27FC236}">
                <a16:creationId xmlns:a16="http://schemas.microsoft.com/office/drawing/2014/main" id="{F396AFC3-D395-D0F8-7F65-3393F48B3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240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9" name="Google Shape;129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2" name="Google Shape;142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3" name="Google Shape;16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1" name="Google Shape;17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0" name="Google Shape;180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8" name="Google Shape;188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4" name="Google Shape;19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3" name="Google Shape;203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0" name="Google Shape;210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4" name="Google Shape;22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1" name="Google Shape;231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2" name="Google Shape;242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1" name="Google Shape;251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3" name="Google Shape;263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7" name="Google Shape;287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9" name="Google Shape;299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11" name="Google Shape;311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3" name="Google Shape;323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4" name="Google Shape;334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1" name="Google Shape;341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c2f9d8078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9" name="Google Shape;349;gc2f9d8078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15FA6AAC-FAB8-37E5-23CA-ADDA5392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c2f9d80780_0_42:notes">
            <a:extLst>
              <a:ext uri="{FF2B5EF4-FFF2-40B4-BE49-F238E27FC236}">
                <a16:creationId xmlns:a16="http://schemas.microsoft.com/office/drawing/2014/main" id="{DE28E25E-C804-F6C0-2764-BE2B7E72B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5" name="Google Shape;355;gc2f9d80780_0_42:notes">
            <a:extLst>
              <a:ext uri="{FF2B5EF4-FFF2-40B4-BE49-F238E27FC236}">
                <a16:creationId xmlns:a16="http://schemas.microsoft.com/office/drawing/2014/main" id="{5A64DF54-A343-F7E4-BEBE-F6931CC9E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3587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c2f9d8078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8" name="Google Shape;398;gc2f9d80780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A55AA345-898E-57DE-CF8C-F8154CAC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c2f9d80780_0_42:notes">
            <a:extLst>
              <a:ext uri="{FF2B5EF4-FFF2-40B4-BE49-F238E27FC236}">
                <a16:creationId xmlns:a16="http://schemas.microsoft.com/office/drawing/2014/main" id="{C0D6F47C-879D-4261-4629-1D9944160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5" name="Google Shape;355;gc2f9d80780_0_42:notes">
            <a:extLst>
              <a:ext uri="{FF2B5EF4-FFF2-40B4-BE49-F238E27FC236}">
                <a16:creationId xmlns:a16="http://schemas.microsoft.com/office/drawing/2014/main" id="{4126AA57-C8A2-7D20-5370-4564FC4AA5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5433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c2f9d8078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7" name="Google Shape;437;gc2f9d8078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c2f9d80780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55" name="Google Shape;455;gc2f9d80780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c2f9d80780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c2f9d80780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c2f9d80780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5" name="Google Shape;535;gc2f9d80780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c2f9d80780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25" name="Google Shape;625;gc2f9d80780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5694cd56_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32" name="Google Shape;632;g35694cd56_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8507d96376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21" name="Google Shape;921;g8507d96376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1469ec345d_76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71" name="Google Shape;1371;g1469ec345d_76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63b4fd428b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78" name="Google Shape;1378;g63b4fd428b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4C5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6025" y="301575"/>
            <a:ext cx="9150050" cy="4496748"/>
          </a:xfrm>
          <a:custGeom>
            <a:avLst/>
            <a:gdLst/>
            <a:ahLst/>
            <a:cxnLst/>
            <a:rect l="l" t="t" r="r" b="b"/>
            <a:pathLst>
              <a:path w="366002" h="149344" extrusionOk="0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>
            <a:off x="-5900" y="759982"/>
            <a:ext cx="9144150" cy="3769800"/>
          </a:xfrm>
          <a:custGeom>
            <a:avLst/>
            <a:gdLst/>
            <a:ahLst/>
            <a:cxnLst/>
            <a:rect l="l" t="t" r="r" b="b"/>
            <a:pathLst>
              <a:path w="365766" h="150792" extrusionOk="0">
                <a:moveTo>
                  <a:pt x="365766" y="12416"/>
                </a:moveTo>
                <a:lnTo>
                  <a:pt x="289997" y="0"/>
                </a:lnTo>
                <a:lnTo>
                  <a:pt x="0" y="55421"/>
                </a:lnTo>
                <a:lnTo>
                  <a:pt x="0" y="127486"/>
                </a:lnTo>
                <a:lnTo>
                  <a:pt x="70927" y="150792"/>
                </a:lnTo>
                <a:lnTo>
                  <a:pt x="365766" y="122256"/>
                </a:lnTo>
                <a:close/>
              </a:path>
            </a:pathLst>
          </a:custGeom>
          <a:solidFill>
            <a:srgbClr val="00AE9D">
              <a:alpha val="2654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2"/>
          <p:cNvSpPr/>
          <p:nvPr/>
        </p:nvSpPr>
        <p:spPr>
          <a:xfrm>
            <a:off x="0" y="1351100"/>
            <a:ext cx="9156075" cy="2889063"/>
          </a:xfrm>
          <a:custGeom>
            <a:avLst/>
            <a:gdLst/>
            <a:ahLst/>
            <a:cxnLst/>
            <a:rect l="l" t="t" r="r" b="b"/>
            <a:pathLst>
              <a:path w="366243" h="106157" extrusionOk="0">
                <a:moveTo>
                  <a:pt x="241" y="0"/>
                </a:moveTo>
                <a:lnTo>
                  <a:pt x="0" y="77929"/>
                </a:lnTo>
                <a:lnTo>
                  <a:pt x="366243" y="106157"/>
                </a:lnTo>
                <a:lnTo>
                  <a:pt x="366243" y="4102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719025" y="1991825"/>
            <a:ext cx="5706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ABE33F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6025" y="301575"/>
            <a:ext cx="9150050" cy="4496748"/>
          </a:xfrm>
          <a:custGeom>
            <a:avLst/>
            <a:gdLst/>
            <a:ahLst/>
            <a:cxnLst/>
            <a:rect l="l" t="t" r="r" b="b"/>
            <a:pathLst>
              <a:path w="366002" h="149344" extrusionOk="0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Google Shape;16;p3"/>
          <p:cNvSpPr/>
          <p:nvPr/>
        </p:nvSpPr>
        <p:spPr>
          <a:xfrm>
            <a:off x="-5900" y="753950"/>
            <a:ext cx="9144150" cy="3769800"/>
          </a:xfrm>
          <a:custGeom>
            <a:avLst/>
            <a:gdLst/>
            <a:ahLst/>
            <a:cxnLst/>
            <a:rect l="l" t="t" r="r" b="b"/>
            <a:pathLst>
              <a:path w="365766" h="150792" extrusionOk="0">
                <a:moveTo>
                  <a:pt x="365766" y="12416"/>
                </a:moveTo>
                <a:lnTo>
                  <a:pt x="289997" y="0"/>
                </a:lnTo>
                <a:lnTo>
                  <a:pt x="0" y="55421"/>
                </a:lnTo>
                <a:lnTo>
                  <a:pt x="0" y="127486"/>
                </a:lnTo>
                <a:lnTo>
                  <a:pt x="70927" y="150792"/>
                </a:lnTo>
                <a:lnTo>
                  <a:pt x="365766" y="122256"/>
                </a:lnTo>
                <a:close/>
              </a:path>
            </a:pathLst>
          </a:custGeom>
          <a:solidFill>
            <a:srgbClr val="00AE9D">
              <a:alpha val="2654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3"/>
          <p:cNvSpPr/>
          <p:nvPr/>
        </p:nvSpPr>
        <p:spPr>
          <a:xfrm>
            <a:off x="0" y="1351100"/>
            <a:ext cx="9156075" cy="2889063"/>
          </a:xfrm>
          <a:custGeom>
            <a:avLst/>
            <a:gdLst/>
            <a:ahLst/>
            <a:cxnLst/>
            <a:rect l="l" t="t" r="r" b="b"/>
            <a:pathLst>
              <a:path w="366243" h="106157" extrusionOk="0">
                <a:moveTo>
                  <a:pt x="241" y="0"/>
                </a:moveTo>
                <a:lnTo>
                  <a:pt x="0" y="77929"/>
                </a:lnTo>
                <a:lnTo>
                  <a:pt x="366243" y="106157"/>
                </a:lnTo>
                <a:lnTo>
                  <a:pt x="366243" y="4102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1815525" y="2040550"/>
            <a:ext cx="551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815375" y="3068650"/>
            <a:ext cx="551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sz="1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sz="1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sz="1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6025" y="301575"/>
            <a:ext cx="9150050" cy="4496748"/>
          </a:xfrm>
          <a:custGeom>
            <a:avLst/>
            <a:gdLst/>
            <a:ahLst/>
            <a:cxnLst/>
            <a:rect l="l" t="t" r="r" b="b"/>
            <a:pathLst>
              <a:path w="366002" h="149344" extrusionOk="0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oogle Shape;23;p4"/>
          <p:cNvSpPr/>
          <p:nvPr/>
        </p:nvSpPr>
        <p:spPr>
          <a:xfrm>
            <a:off x="0" y="1580113"/>
            <a:ext cx="9144000" cy="3341668"/>
          </a:xfrm>
          <a:custGeom>
            <a:avLst/>
            <a:gdLst/>
            <a:ahLst/>
            <a:cxnLst/>
            <a:rect l="l" t="t" r="r" b="b"/>
            <a:pathLst>
              <a:path w="365760" h="110982" extrusionOk="0">
                <a:moveTo>
                  <a:pt x="0" y="0"/>
                </a:moveTo>
                <a:lnTo>
                  <a:pt x="0" y="54526"/>
                </a:lnTo>
                <a:lnTo>
                  <a:pt x="317748" y="110982"/>
                </a:lnTo>
                <a:lnTo>
                  <a:pt x="365760" y="84202"/>
                </a:lnTo>
                <a:lnTo>
                  <a:pt x="365760" y="26780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Google Shape;24;p4"/>
          <p:cNvSpPr/>
          <p:nvPr/>
        </p:nvSpPr>
        <p:spPr>
          <a:xfrm>
            <a:off x="-5900" y="410541"/>
            <a:ext cx="9144152" cy="4453148"/>
          </a:xfrm>
          <a:custGeom>
            <a:avLst/>
            <a:gdLst/>
            <a:ahLst/>
            <a:cxnLst/>
            <a:rect l="l" t="t" r="r" b="b"/>
            <a:pathLst>
              <a:path w="365036" h="147896" extrusionOk="0">
                <a:moveTo>
                  <a:pt x="365036" y="21714"/>
                </a:moveTo>
                <a:lnTo>
                  <a:pt x="87097" y="0"/>
                </a:lnTo>
                <a:lnTo>
                  <a:pt x="0" y="57421"/>
                </a:lnTo>
                <a:lnTo>
                  <a:pt x="0" y="117255"/>
                </a:lnTo>
                <a:lnTo>
                  <a:pt x="241266" y="147896"/>
                </a:lnTo>
                <a:lnTo>
                  <a:pt x="365036" y="112913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833775" y="2314200"/>
            <a:ext cx="5476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◆"/>
              <a:defRPr b="1" i="1">
                <a:solidFill>
                  <a:srgbClr val="FFFFFF"/>
                </a:solidFill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◆"/>
              <a:defRPr b="1" i="1">
                <a:solidFill>
                  <a:srgbClr val="FFFFFF"/>
                </a:solidFill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◇"/>
              <a:defRPr b="1" i="1">
                <a:solidFill>
                  <a:srgbClr val="FFFFFF"/>
                </a:solidFill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b="1" i="1">
                <a:solidFill>
                  <a:srgbClr val="FFFFFF"/>
                </a:solidFill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b="1" i="1">
                <a:solidFill>
                  <a:srgbClr val="FFFFFF"/>
                </a:solidFill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b="1" i="1">
                <a:solidFill>
                  <a:srgbClr val="FFFFFF"/>
                </a:solidFill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b="1" i="1">
                <a:solidFill>
                  <a:srgbClr val="FFFFFF"/>
                </a:solidFill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b="1" i="1">
                <a:solidFill>
                  <a:srgbClr val="FFFFFF"/>
                </a:solidFill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b="1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593400" y="1086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6000"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79900" y="1041875"/>
            <a:ext cx="784200" cy="784200"/>
          </a:xfrm>
          <a:prstGeom prst="diamond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8552900" cy="1333000"/>
            </a:xfrm>
            <a:custGeom>
              <a:avLst/>
              <a:gdLst/>
              <a:ahLst/>
              <a:cxnLst/>
              <a:rect l="l" t="t" r="r" b="b"/>
              <a:pathLst>
                <a:path w="342116" h="53320" extrusionOk="0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2563450" y="0"/>
              <a:ext cx="6580550" cy="1272675"/>
            </a:xfrm>
            <a:custGeom>
              <a:avLst/>
              <a:gdLst/>
              <a:ahLst/>
              <a:cxnLst/>
              <a:rect l="l" t="t" r="r" b="b"/>
              <a:pathLst>
                <a:path w="263222" h="50907" extrusionOk="0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6025" y="2"/>
              <a:ext cx="7298300" cy="1471709"/>
            </a:xfrm>
            <a:custGeom>
              <a:avLst/>
              <a:gdLst/>
              <a:ahLst/>
              <a:cxnLst/>
              <a:rect l="l" t="t" r="r" b="b"/>
              <a:pathLst>
                <a:path w="291932" h="58628" extrusionOk="0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3596100" y="4667000"/>
              <a:ext cx="5090700" cy="476500"/>
            </a:xfrm>
            <a:custGeom>
              <a:avLst/>
              <a:gdLst/>
              <a:ahLst/>
              <a:cxnLst/>
              <a:rect l="l" t="t" r="r" b="b"/>
              <a:pathLst>
                <a:path w="203628" h="19060" extrusionOk="0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5525000" y="4692625"/>
              <a:ext cx="3637100" cy="470475"/>
            </a:xfrm>
            <a:custGeom>
              <a:avLst/>
              <a:gdLst/>
              <a:ahLst/>
              <a:cxnLst/>
              <a:rect l="l" t="t" r="r" b="b"/>
              <a:pathLst>
                <a:path w="145484" h="18819" extrusionOk="0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7521475" y="4023125"/>
              <a:ext cx="1634600" cy="1139975"/>
            </a:xfrm>
            <a:custGeom>
              <a:avLst/>
              <a:gdLst/>
              <a:ahLst/>
              <a:cxnLst/>
              <a:rect l="l" t="t" r="r" b="b"/>
              <a:pathLst>
                <a:path w="65384" h="45599" extrusionOk="0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◆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◆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◇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42" name="Google Shape;42;p6"/>
            <p:cNvSpPr/>
            <p:nvPr/>
          </p:nvSpPr>
          <p:spPr>
            <a:xfrm>
              <a:off x="0" y="0"/>
              <a:ext cx="8552900" cy="1333000"/>
            </a:xfrm>
            <a:custGeom>
              <a:avLst/>
              <a:gdLst/>
              <a:ahLst/>
              <a:cxnLst/>
              <a:rect l="l" t="t" r="r" b="b"/>
              <a:pathLst>
                <a:path w="342116" h="53320" extrusionOk="0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2563450" y="0"/>
              <a:ext cx="6580550" cy="1272675"/>
            </a:xfrm>
            <a:custGeom>
              <a:avLst/>
              <a:gdLst/>
              <a:ahLst/>
              <a:cxnLst/>
              <a:rect l="l" t="t" r="r" b="b"/>
              <a:pathLst>
                <a:path w="263222" h="50907" extrusionOk="0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6025" y="2"/>
              <a:ext cx="7298300" cy="1471709"/>
            </a:xfrm>
            <a:custGeom>
              <a:avLst/>
              <a:gdLst/>
              <a:ahLst/>
              <a:cxnLst/>
              <a:rect l="l" t="t" r="r" b="b"/>
              <a:pathLst>
                <a:path w="291932" h="58628" extrusionOk="0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3596100" y="4667000"/>
              <a:ext cx="5090700" cy="476500"/>
            </a:xfrm>
            <a:custGeom>
              <a:avLst/>
              <a:gdLst/>
              <a:ahLst/>
              <a:cxnLst/>
              <a:rect l="l" t="t" r="r" b="b"/>
              <a:pathLst>
                <a:path w="203628" h="19060" extrusionOk="0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5525000" y="4692625"/>
              <a:ext cx="3637100" cy="470475"/>
            </a:xfrm>
            <a:custGeom>
              <a:avLst/>
              <a:gdLst/>
              <a:ahLst/>
              <a:cxnLst/>
              <a:rect l="l" t="t" r="r" b="b"/>
              <a:pathLst>
                <a:path w="145484" h="18819" extrusionOk="0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7521475" y="4023125"/>
              <a:ext cx="1634600" cy="1139975"/>
            </a:xfrm>
            <a:custGeom>
              <a:avLst/>
              <a:gdLst/>
              <a:ahLst/>
              <a:cxnLst/>
              <a:rect l="l" t="t" r="r" b="b"/>
              <a:pathLst>
                <a:path w="65384" h="45599" extrusionOk="0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904925" y="1495850"/>
            <a:ext cx="35601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◆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◆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4679180" y="1495850"/>
            <a:ext cx="35601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◆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◆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7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54" name="Google Shape;54;p7"/>
            <p:cNvSpPr/>
            <p:nvPr/>
          </p:nvSpPr>
          <p:spPr>
            <a:xfrm>
              <a:off x="0" y="0"/>
              <a:ext cx="8552900" cy="1333000"/>
            </a:xfrm>
            <a:custGeom>
              <a:avLst/>
              <a:gdLst/>
              <a:ahLst/>
              <a:cxnLst/>
              <a:rect l="l" t="t" r="r" b="b"/>
              <a:pathLst>
                <a:path w="342116" h="53320" extrusionOk="0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2563450" y="0"/>
              <a:ext cx="6580550" cy="1272675"/>
            </a:xfrm>
            <a:custGeom>
              <a:avLst/>
              <a:gdLst/>
              <a:ahLst/>
              <a:cxnLst/>
              <a:rect l="l" t="t" r="r" b="b"/>
              <a:pathLst>
                <a:path w="263222" h="50907" extrusionOk="0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-6025" y="2"/>
              <a:ext cx="7298300" cy="1471709"/>
            </a:xfrm>
            <a:custGeom>
              <a:avLst/>
              <a:gdLst/>
              <a:ahLst/>
              <a:cxnLst/>
              <a:rect l="l" t="t" r="r" b="b"/>
              <a:pathLst>
                <a:path w="291932" h="58628" extrusionOk="0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3596100" y="4667000"/>
              <a:ext cx="5090700" cy="476500"/>
            </a:xfrm>
            <a:custGeom>
              <a:avLst/>
              <a:gdLst/>
              <a:ahLst/>
              <a:cxnLst/>
              <a:rect l="l" t="t" r="r" b="b"/>
              <a:pathLst>
                <a:path w="203628" h="19060" extrusionOk="0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5525000" y="4692625"/>
              <a:ext cx="3637100" cy="470475"/>
            </a:xfrm>
            <a:custGeom>
              <a:avLst/>
              <a:gdLst/>
              <a:ahLst/>
              <a:cxnLst/>
              <a:rect l="l" t="t" r="r" b="b"/>
              <a:pathLst>
                <a:path w="145484" h="18819" extrusionOk="0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7521475" y="4023125"/>
              <a:ext cx="1634600" cy="1139975"/>
            </a:xfrm>
            <a:custGeom>
              <a:avLst/>
              <a:gdLst/>
              <a:ahLst/>
              <a:cxnLst/>
              <a:rect l="l" t="t" r="r" b="b"/>
              <a:pathLst>
                <a:path w="65384" h="45599" extrusionOk="0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870750" y="1495850"/>
            <a:ext cx="23652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2"/>
          </p:nvPr>
        </p:nvSpPr>
        <p:spPr>
          <a:xfrm>
            <a:off x="3357262" y="1495850"/>
            <a:ext cx="23652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3"/>
          </p:nvPr>
        </p:nvSpPr>
        <p:spPr>
          <a:xfrm>
            <a:off x="5843773" y="1495850"/>
            <a:ext cx="23652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67" name="Google Shape;67;p8"/>
            <p:cNvSpPr/>
            <p:nvPr/>
          </p:nvSpPr>
          <p:spPr>
            <a:xfrm>
              <a:off x="0" y="0"/>
              <a:ext cx="8552900" cy="1333000"/>
            </a:xfrm>
            <a:custGeom>
              <a:avLst/>
              <a:gdLst/>
              <a:ahLst/>
              <a:cxnLst/>
              <a:rect l="l" t="t" r="r" b="b"/>
              <a:pathLst>
                <a:path w="342116" h="53320" extrusionOk="0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2563450" y="0"/>
              <a:ext cx="6580550" cy="1272675"/>
            </a:xfrm>
            <a:custGeom>
              <a:avLst/>
              <a:gdLst/>
              <a:ahLst/>
              <a:cxnLst/>
              <a:rect l="l" t="t" r="r" b="b"/>
              <a:pathLst>
                <a:path w="263222" h="50907" extrusionOk="0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-6025" y="2"/>
              <a:ext cx="7298300" cy="1471709"/>
            </a:xfrm>
            <a:custGeom>
              <a:avLst/>
              <a:gdLst/>
              <a:ahLst/>
              <a:cxnLst/>
              <a:rect l="l" t="t" r="r" b="b"/>
              <a:pathLst>
                <a:path w="291932" h="58628" extrusionOk="0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3596100" y="4667000"/>
              <a:ext cx="5090700" cy="476500"/>
            </a:xfrm>
            <a:custGeom>
              <a:avLst/>
              <a:gdLst/>
              <a:ahLst/>
              <a:cxnLst/>
              <a:rect l="l" t="t" r="r" b="b"/>
              <a:pathLst>
                <a:path w="203628" h="19060" extrusionOk="0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5525000" y="4692625"/>
              <a:ext cx="3637100" cy="470475"/>
            </a:xfrm>
            <a:custGeom>
              <a:avLst/>
              <a:gdLst/>
              <a:ahLst/>
              <a:cxnLst/>
              <a:rect l="l" t="t" r="r" b="b"/>
              <a:pathLst>
                <a:path w="145484" h="18819" extrusionOk="0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7521475" y="4023125"/>
              <a:ext cx="1634600" cy="1139975"/>
            </a:xfrm>
            <a:custGeom>
              <a:avLst/>
              <a:gdLst/>
              <a:ahLst/>
              <a:cxnLst/>
              <a:rect l="l" t="t" r="r" b="b"/>
              <a:pathLst>
                <a:path w="65384" h="45599" extrusionOk="0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-2355" y="0"/>
            <a:ext cx="5209571" cy="983354"/>
          </a:xfrm>
          <a:custGeom>
            <a:avLst/>
            <a:gdLst/>
            <a:ahLst/>
            <a:cxnLst/>
            <a:rect l="l" t="t" r="r" b="b"/>
            <a:pathLst>
              <a:path w="342116" h="53320" extrusionOk="0">
                <a:moveTo>
                  <a:pt x="0" y="0"/>
                </a:moveTo>
                <a:lnTo>
                  <a:pt x="0" y="53320"/>
                </a:lnTo>
                <a:lnTo>
                  <a:pt x="342116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Google Shape;77;p9"/>
          <p:cNvSpPr/>
          <p:nvPr/>
        </p:nvSpPr>
        <p:spPr>
          <a:xfrm>
            <a:off x="-6025" y="2"/>
            <a:ext cx="4445394" cy="1085644"/>
          </a:xfrm>
          <a:custGeom>
            <a:avLst/>
            <a:gdLst/>
            <a:ahLst/>
            <a:cxnLst/>
            <a:rect l="l" t="t" r="r" b="b"/>
            <a:pathLst>
              <a:path w="291932" h="58628" extrusionOk="0">
                <a:moveTo>
                  <a:pt x="0" y="18578"/>
                </a:moveTo>
                <a:lnTo>
                  <a:pt x="241" y="34019"/>
                </a:lnTo>
                <a:lnTo>
                  <a:pt x="221482" y="58628"/>
                </a:lnTo>
                <a:lnTo>
                  <a:pt x="291932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Google Shape;78;p9"/>
          <p:cNvSpPr/>
          <p:nvPr/>
        </p:nvSpPr>
        <p:spPr>
          <a:xfrm>
            <a:off x="6375475" y="4745747"/>
            <a:ext cx="2548913" cy="400879"/>
          </a:xfrm>
          <a:custGeom>
            <a:avLst/>
            <a:gdLst/>
            <a:ahLst/>
            <a:cxnLst/>
            <a:rect l="l" t="t" r="r" b="b"/>
            <a:pathLst>
              <a:path w="203628" h="19060" extrusionOk="0">
                <a:moveTo>
                  <a:pt x="0" y="19060"/>
                </a:moveTo>
                <a:lnTo>
                  <a:pt x="203628" y="19060"/>
                </a:lnTo>
                <a:lnTo>
                  <a:pt x="157305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Google Shape;79;p9"/>
          <p:cNvSpPr/>
          <p:nvPr/>
        </p:nvSpPr>
        <p:spPr>
          <a:xfrm>
            <a:off x="7341180" y="4767304"/>
            <a:ext cx="1821096" cy="395811"/>
          </a:xfrm>
          <a:custGeom>
            <a:avLst/>
            <a:gdLst/>
            <a:ahLst/>
            <a:cxnLst/>
            <a:rect l="l" t="t" r="r" b="b"/>
            <a:pathLst>
              <a:path w="145484" h="18819" extrusionOk="0">
                <a:moveTo>
                  <a:pt x="145484" y="0"/>
                </a:moveTo>
                <a:lnTo>
                  <a:pt x="145484" y="18819"/>
                </a:lnTo>
                <a:lnTo>
                  <a:pt x="0" y="18819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Google Shape;80;p9"/>
          <p:cNvSpPr/>
          <p:nvPr/>
        </p:nvSpPr>
        <p:spPr>
          <a:xfrm>
            <a:off x="8340717" y="4204075"/>
            <a:ext cx="818444" cy="959061"/>
          </a:xfrm>
          <a:custGeom>
            <a:avLst/>
            <a:gdLst/>
            <a:ahLst/>
            <a:cxnLst/>
            <a:rect l="l" t="t" r="r" b="b"/>
            <a:pathLst>
              <a:path w="65384" h="45599" extrusionOk="0">
                <a:moveTo>
                  <a:pt x="65384" y="27022"/>
                </a:moveTo>
                <a:lnTo>
                  <a:pt x="65384" y="0"/>
                </a:lnTo>
                <a:lnTo>
                  <a:pt x="0" y="45599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Google Shape;81;p9"/>
          <p:cNvSpPr/>
          <p:nvPr/>
        </p:nvSpPr>
        <p:spPr>
          <a:xfrm>
            <a:off x="1559025" y="-6025"/>
            <a:ext cx="4116775" cy="944875"/>
          </a:xfrm>
          <a:custGeom>
            <a:avLst/>
            <a:gdLst/>
            <a:ahLst/>
            <a:cxnLst/>
            <a:rect l="l" t="t" r="r" b="b"/>
            <a:pathLst>
              <a:path w="164671" h="37795" extrusionOk="0">
                <a:moveTo>
                  <a:pt x="0" y="241"/>
                </a:moveTo>
                <a:lnTo>
                  <a:pt x="132407" y="37795"/>
                </a:lnTo>
                <a:lnTo>
                  <a:pt x="164671" y="0"/>
                </a:lnTo>
                <a:lnTo>
                  <a:pt x="160329" y="241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/>
        </p:nvSpPr>
        <p:spPr>
          <a:xfrm>
            <a:off x="-2355" y="0"/>
            <a:ext cx="5209571" cy="983354"/>
          </a:xfrm>
          <a:custGeom>
            <a:avLst/>
            <a:gdLst/>
            <a:ahLst/>
            <a:cxnLst/>
            <a:rect l="l" t="t" r="r" b="b"/>
            <a:pathLst>
              <a:path w="342116" h="53320" extrusionOk="0">
                <a:moveTo>
                  <a:pt x="0" y="0"/>
                </a:moveTo>
                <a:lnTo>
                  <a:pt x="0" y="53320"/>
                </a:lnTo>
                <a:lnTo>
                  <a:pt x="342116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0"/>
          <p:cNvSpPr/>
          <p:nvPr/>
        </p:nvSpPr>
        <p:spPr>
          <a:xfrm>
            <a:off x="-6025" y="2"/>
            <a:ext cx="4445394" cy="1085644"/>
          </a:xfrm>
          <a:custGeom>
            <a:avLst/>
            <a:gdLst/>
            <a:ahLst/>
            <a:cxnLst/>
            <a:rect l="l" t="t" r="r" b="b"/>
            <a:pathLst>
              <a:path w="291932" h="58628" extrusionOk="0">
                <a:moveTo>
                  <a:pt x="0" y="18578"/>
                </a:moveTo>
                <a:lnTo>
                  <a:pt x="241" y="34019"/>
                </a:lnTo>
                <a:lnTo>
                  <a:pt x="221482" y="58628"/>
                </a:lnTo>
                <a:lnTo>
                  <a:pt x="291932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Google Shape;87;p10"/>
          <p:cNvSpPr/>
          <p:nvPr/>
        </p:nvSpPr>
        <p:spPr>
          <a:xfrm>
            <a:off x="6375475" y="4745747"/>
            <a:ext cx="2548913" cy="400879"/>
          </a:xfrm>
          <a:custGeom>
            <a:avLst/>
            <a:gdLst/>
            <a:ahLst/>
            <a:cxnLst/>
            <a:rect l="l" t="t" r="r" b="b"/>
            <a:pathLst>
              <a:path w="203628" h="19060" extrusionOk="0">
                <a:moveTo>
                  <a:pt x="0" y="19060"/>
                </a:moveTo>
                <a:lnTo>
                  <a:pt x="203628" y="19060"/>
                </a:lnTo>
                <a:lnTo>
                  <a:pt x="157305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Google Shape;88;p10"/>
          <p:cNvSpPr/>
          <p:nvPr/>
        </p:nvSpPr>
        <p:spPr>
          <a:xfrm>
            <a:off x="7341180" y="4767304"/>
            <a:ext cx="1821096" cy="395811"/>
          </a:xfrm>
          <a:custGeom>
            <a:avLst/>
            <a:gdLst/>
            <a:ahLst/>
            <a:cxnLst/>
            <a:rect l="l" t="t" r="r" b="b"/>
            <a:pathLst>
              <a:path w="145484" h="18819" extrusionOk="0">
                <a:moveTo>
                  <a:pt x="145484" y="0"/>
                </a:moveTo>
                <a:lnTo>
                  <a:pt x="145484" y="18819"/>
                </a:lnTo>
                <a:lnTo>
                  <a:pt x="0" y="18819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0"/>
          <p:cNvSpPr/>
          <p:nvPr/>
        </p:nvSpPr>
        <p:spPr>
          <a:xfrm>
            <a:off x="8340717" y="4204075"/>
            <a:ext cx="818444" cy="959061"/>
          </a:xfrm>
          <a:custGeom>
            <a:avLst/>
            <a:gdLst/>
            <a:ahLst/>
            <a:cxnLst/>
            <a:rect l="l" t="t" r="r" b="b"/>
            <a:pathLst>
              <a:path w="65384" h="45599" extrusionOk="0">
                <a:moveTo>
                  <a:pt x="65384" y="27022"/>
                </a:moveTo>
                <a:lnTo>
                  <a:pt x="65384" y="0"/>
                </a:lnTo>
                <a:lnTo>
                  <a:pt x="0" y="45599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Google Shape;90;p10"/>
          <p:cNvSpPr/>
          <p:nvPr/>
        </p:nvSpPr>
        <p:spPr>
          <a:xfrm>
            <a:off x="1559025" y="-6025"/>
            <a:ext cx="4116775" cy="944875"/>
          </a:xfrm>
          <a:custGeom>
            <a:avLst/>
            <a:gdLst/>
            <a:ahLst/>
            <a:cxnLst/>
            <a:rect l="l" t="t" r="r" b="b"/>
            <a:pathLst>
              <a:path w="164671" h="37795" extrusionOk="0">
                <a:moveTo>
                  <a:pt x="0" y="241"/>
                </a:moveTo>
                <a:lnTo>
                  <a:pt x="132407" y="37795"/>
                </a:lnTo>
                <a:lnTo>
                  <a:pt x="164671" y="0"/>
                </a:lnTo>
                <a:lnTo>
                  <a:pt x="160329" y="241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◇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unsplash.com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raleway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ontsquirrel.com/fonts/karla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ctrTitle"/>
          </p:nvPr>
        </p:nvSpPr>
        <p:spPr>
          <a:xfrm>
            <a:off x="1719025" y="1991825"/>
            <a:ext cx="5706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/>
              <a:t>Mobile Bike</a:t>
            </a:r>
          </a:p>
        </p:txBody>
      </p:sp>
      <p:sp>
        <p:nvSpPr>
          <p:cNvPr id="3" name="Google Shape;125;p14">
            <a:extLst>
              <a:ext uri="{FF2B5EF4-FFF2-40B4-BE49-F238E27FC236}">
                <a16:creationId xmlns:a16="http://schemas.microsoft.com/office/drawing/2014/main" id="{8D32154A-1554-774D-D8EA-FFEB40B02344}"/>
              </a:ext>
            </a:extLst>
          </p:cNvPr>
          <p:cNvSpPr txBox="1">
            <a:spLocks/>
          </p:cNvSpPr>
          <p:nvPr/>
        </p:nvSpPr>
        <p:spPr>
          <a:xfrm>
            <a:off x="1815375" y="2916250"/>
            <a:ext cx="551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b="1" noProof="0">
                <a:solidFill>
                  <a:schemeClr val="tx1"/>
                </a:solidFill>
                <a:latin typeface="Karla" pitchFamily="2" charset="0"/>
              </a:rPr>
              <a:t>Création d’un site internet pour une entreprise fictive de vente de vélomobiles</a:t>
            </a:r>
          </a:p>
        </p:txBody>
      </p:sp>
      <p:sp>
        <p:nvSpPr>
          <p:cNvPr id="4" name="Google Shape;104;p12">
            <a:extLst>
              <a:ext uri="{FF2B5EF4-FFF2-40B4-BE49-F238E27FC236}">
                <a16:creationId xmlns:a16="http://schemas.microsoft.com/office/drawing/2014/main" id="{37C72BB2-4AED-0436-699A-13FCEDF94575}"/>
              </a:ext>
            </a:extLst>
          </p:cNvPr>
          <p:cNvSpPr txBox="1">
            <a:spLocks/>
          </p:cNvSpPr>
          <p:nvPr/>
        </p:nvSpPr>
        <p:spPr>
          <a:xfrm>
            <a:off x="7055005" y="4212225"/>
            <a:ext cx="1946682" cy="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spcBef>
                <a:spcPts val="1000"/>
              </a:spcBef>
            </a:pPr>
            <a:r>
              <a:rPr lang="fr-FR" sz="1000" b="1" i="1">
                <a:solidFill>
                  <a:schemeClr val="tx2"/>
                </a:solidFill>
                <a:latin typeface="Karla" pitchFamily="2" charset="0"/>
              </a:rPr>
              <a:t>Présentation pour la soutenance du 03/09/2026</a:t>
            </a:r>
            <a:br>
              <a:rPr lang="fr-FR" sz="1000" b="1" i="1">
                <a:solidFill>
                  <a:schemeClr val="tx2"/>
                </a:solidFill>
                <a:latin typeface="Karla" pitchFamily="2" charset="0"/>
              </a:rPr>
            </a:br>
            <a:r>
              <a:rPr lang="fr-FR" sz="1000" i="1">
                <a:solidFill>
                  <a:schemeClr val="tx2"/>
                </a:solidFill>
                <a:latin typeface="Karla" pitchFamily="2" charset="0"/>
              </a:rPr>
              <a:t>TIERTANT Alice – 2025D03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Sommaire</a:t>
            </a:r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</a:t>
            </a:fld>
            <a:endParaRPr lang="fr-FR" noProof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7D654AAB-FB10-0C31-0805-67FF64E0D954}"/>
              </a:ext>
            </a:extLst>
          </p:cNvPr>
          <p:cNvGrpSpPr/>
          <p:nvPr/>
        </p:nvGrpSpPr>
        <p:grpSpPr>
          <a:xfrm>
            <a:off x="802839" y="1474742"/>
            <a:ext cx="445414" cy="3091075"/>
            <a:chOff x="802839" y="1474742"/>
            <a:chExt cx="445414" cy="3091075"/>
          </a:xfrm>
        </p:grpSpPr>
        <p:grpSp>
          <p:nvGrpSpPr>
            <p:cNvPr id="180" name="Groupe 179">
              <a:extLst>
                <a:ext uri="{FF2B5EF4-FFF2-40B4-BE49-F238E27FC236}">
                  <a16:creationId xmlns:a16="http://schemas.microsoft.com/office/drawing/2014/main" id="{D731B64E-4922-BD90-DEB7-5E95DFDEC976}"/>
                </a:ext>
              </a:extLst>
            </p:cNvPr>
            <p:cNvGrpSpPr/>
            <p:nvPr/>
          </p:nvGrpSpPr>
          <p:grpSpPr>
            <a:xfrm>
              <a:off x="802839" y="1474742"/>
              <a:ext cx="445414" cy="473687"/>
              <a:chOff x="785143" y="1474742"/>
              <a:chExt cx="445414" cy="473687"/>
            </a:xfrm>
          </p:grpSpPr>
          <p:grpSp>
            <p:nvGrpSpPr>
              <p:cNvPr id="89" name="Groupe 88">
                <a:extLst>
                  <a:ext uri="{FF2B5EF4-FFF2-40B4-BE49-F238E27FC236}">
                    <a16:creationId xmlns:a16="http://schemas.microsoft.com/office/drawing/2014/main" id="{FAA19AA3-CEA5-B7AD-FDA9-04E20B5D6B78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84" name="Triangle isocèle 83">
                  <a:extLst>
                    <a:ext uri="{FF2B5EF4-FFF2-40B4-BE49-F238E27FC236}">
                      <a16:creationId xmlns:a16="http://schemas.microsoft.com/office/drawing/2014/main" id="{424557F3-0D31-8C31-CF1A-BB98E5D47A41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Triangle isocèle 87">
                  <a:extLst>
                    <a:ext uri="{FF2B5EF4-FFF2-40B4-BE49-F238E27FC236}">
                      <a16:creationId xmlns:a16="http://schemas.microsoft.com/office/drawing/2014/main" id="{1AE1AB47-507E-C3CC-C251-85033864C0A7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4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9" name="ZoneTexte 178">
                <a:extLst>
                  <a:ext uri="{FF2B5EF4-FFF2-40B4-BE49-F238E27FC236}">
                    <a16:creationId xmlns:a16="http://schemas.microsoft.com/office/drawing/2014/main" id="{3B737C28-8F30-4182-C29A-1BC757FCC88E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439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1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181" name="Groupe 180">
              <a:extLst>
                <a:ext uri="{FF2B5EF4-FFF2-40B4-BE49-F238E27FC236}">
                  <a16:creationId xmlns:a16="http://schemas.microsoft.com/office/drawing/2014/main" id="{F73CE685-49A8-55CE-8445-C162F8E46C74}"/>
                </a:ext>
              </a:extLst>
            </p:cNvPr>
            <p:cNvGrpSpPr/>
            <p:nvPr/>
          </p:nvGrpSpPr>
          <p:grpSpPr>
            <a:xfrm>
              <a:off x="802839" y="2129089"/>
              <a:ext cx="445414" cy="473687"/>
              <a:chOff x="785143" y="1474742"/>
              <a:chExt cx="445414" cy="473687"/>
            </a:xfrm>
          </p:grpSpPr>
          <p:grpSp>
            <p:nvGrpSpPr>
              <p:cNvPr id="182" name="Groupe 181">
                <a:extLst>
                  <a:ext uri="{FF2B5EF4-FFF2-40B4-BE49-F238E27FC236}">
                    <a16:creationId xmlns:a16="http://schemas.microsoft.com/office/drawing/2014/main" id="{27F87BC8-71E4-B75B-4067-A62813E72C71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184" name="Triangle isocèle 183">
                  <a:extLst>
                    <a:ext uri="{FF2B5EF4-FFF2-40B4-BE49-F238E27FC236}">
                      <a16:creationId xmlns:a16="http://schemas.microsoft.com/office/drawing/2014/main" id="{52C663F9-63D0-FC59-628A-0AEA782E5E61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Triangle isocèle 184">
                  <a:extLst>
                    <a:ext uri="{FF2B5EF4-FFF2-40B4-BE49-F238E27FC236}">
                      <a16:creationId xmlns:a16="http://schemas.microsoft.com/office/drawing/2014/main" id="{70E15CCB-28D9-B10C-D2C5-F67FD9EAD511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3" name="ZoneTexte 182">
                <a:extLst>
                  <a:ext uri="{FF2B5EF4-FFF2-40B4-BE49-F238E27FC236}">
                    <a16:creationId xmlns:a16="http://schemas.microsoft.com/office/drawing/2014/main" id="{BE53374B-D6B6-F378-39A4-258C8DC427E8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888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2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186" name="Groupe 185">
              <a:extLst>
                <a:ext uri="{FF2B5EF4-FFF2-40B4-BE49-F238E27FC236}">
                  <a16:creationId xmlns:a16="http://schemas.microsoft.com/office/drawing/2014/main" id="{3FEF63A6-204E-22AD-A53F-B005788B5BC7}"/>
                </a:ext>
              </a:extLst>
            </p:cNvPr>
            <p:cNvGrpSpPr/>
            <p:nvPr/>
          </p:nvGrpSpPr>
          <p:grpSpPr>
            <a:xfrm>
              <a:off x="802839" y="2783436"/>
              <a:ext cx="445414" cy="473687"/>
              <a:chOff x="785143" y="1474742"/>
              <a:chExt cx="445414" cy="473687"/>
            </a:xfrm>
          </p:grpSpPr>
          <p:grpSp>
            <p:nvGrpSpPr>
              <p:cNvPr id="187" name="Groupe 186">
                <a:extLst>
                  <a:ext uri="{FF2B5EF4-FFF2-40B4-BE49-F238E27FC236}">
                    <a16:creationId xmlns:a16="http://schemas.microsoft.com/office/drawing/2014/main" id="{E963DD95-49DD-6DE8-436B-4C67DF0785F7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189" name="Triangle isocèle 188">
                  <a:extLst>
                    <a:ext uri="{FF2B5EF4-FFF2-40B4-BE49-F238E27FC236}">
                      <a16:creationId xmlns:a16="http://schemas.microsoft.com/office/drawing/2014/main" id="{2EF94FC5-FEEA-EEB7-C9BC-CEDB0AB6E38A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Triangle isocèle 189">
                  <a:extLst>
                    <a:ext uri="{FF2B5EF4-FFF2-40B4-BE49-F238E27FC236}">
                      <a16:creationId xmlns:a16="http://schemas.microsoft.com/office/drawing/2014/main" id="{B9A66877-6F19-7B0D-4EF7-1AB0599CF56B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4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50D4B6FF-6E54-F28C-EC6E-151B3771BCA7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90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3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191" name="Groupe 190">
              <a:extLst>
                <a:ext uri="{FF2B5EF4-FFF2-40B4-BE49-F238E27FC236}">
                  <a16:creationId xmlns:a16="http://schemas.microsoft.com/office/drawing/2014/main" id="{93221C88-D90A-477E-B7E1-32E21445B557}"/>
                </a:ext>
              </a:extLst>
            </p:cNvPr>
            <p:cNvGrpSpPr/>
            <p:nvPr/>
          </p:nvGrpSpPr>
          <p:grpSpPr>
            <a:xfrm>
              <a:off x="802839" y="3437783"/>
              <a:ext cx="445414" cy="473687"/>
              <a:chOff x="785143" y="1474742"/>
              <a:chExt cx="445414" cy="473687"/>
            </a:xfrm>
          </p:grpSpPr>
          <p:grpSp>
            <p:nvGrpSpPr>
              <p:cNvPr id="192" name="Groupe 191">
                <a:extLst>
                  <a:ext uri="{FF2B5EF4-FFF2-40B4-BE49-F238E27FC236}">
                    <a16:creationId xmlns:a16="http://schemas.microsoft.com/office/drawing/2014/main" id="{BEBB43F4-D012-F2C8-7FF6-D936CAE316BC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194" name="Triangle isocèle 193">
                  <a:extLst>
                    <a:ext uri="{FF2B5EF4-FFF2-40B4-BE49-F238E27FC236}">
                      <a16:creationId xmlns:a16="http://schemas.microsoft.com/office/drawing/2014/main" id="{0D1E9A25-59DC-99F2-BB30-79C0215C1544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" name="Triangle isocèle 194">
                  <a:extLst>
                    <a:ext uri="{FF2B5EF4-FFF2-40B4-BE49-F238E27FC236}">
                      <a16:creationId xmlns:a16="http://schemas.microsoft.com/office/drawing/2014/main" id="{D75595E5-CFA6-7DE5-5474-13C71CC17DE2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ZoneTexte 192">
                <a:extLst>
                  <a:ext uri="{FF2B5EF4-FFF2-40B4-BE49-F238E27FC236}">
                    <a16:creationId xmlns:a16="http://schemas.microsoft.com/office/drawing/2014/main" id="{C0BD090F-4D27-87CC-27CB-675AFB951879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856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4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196" name="Groupe 195">
              <a:extLst>
                <a:ext uri="{FF2B5EF4-FFF2-40B4-BE49-F238E27FC236}">
                  <a16:creationId xmlns:a16="http://schemas.microsoft.com/office/drawing/2014/main" id="{462BD697-A3A6-4E10-D8D1-0052F85B74C3}"/>
                </a:ext>
              </a:extLst>
            </p:cNvPr>
            <p:cNvGrpSpPr/>
            <p:nvPr/>
          </p:nvGrpSpPr>
          <p:grpSpPr>
            <a:xfrm>
              <a:off x="802839" y="4092130"/>
              <a:ext cx="445414" cy="473687"/>
              <a:chOff x="785143" y="1474742"/>
              <a:chExt cx="445414" cy="473687"/>
            </a:xfrm>
          </p:grpSpPr>
          <p:grpSp>
            <p:nvGrpSpPr>
              <p:cNvPr id="197" name="Groupe 196">
                <a:extLst>
                  <a:ext uri="{FF2B5EF4-FFF2-40B4-BE49-F238E27FC236}">
                    <a16:creationId xmlns:a16="http://schemas.microsoft.com/office/drawing/2014/main" id="{1E1B01F8-3201-A062-B6B3-BC33C7871B38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199" name="Triangle isocèle 198">
                  <a:extLst>
                    <a:ext uri="{FF2B5EF4-FFF2-40B4-BE49-F238E27FC236}">
                      <a16:creationId xmlns:a16="http://schemas.microsoft.com/office/drawing/2014/main" id="{FA760CCF-93F5-FF8A-B248-16975D2640EC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Triangle isocèle 199">
                  <a:extLst>
                    <a:ext uri="{FF2B5EF4-FFF2-40B4-BE49-F238E27FC236}">
                      <a16:creationId xmlns:a16="http://schemas.microsoft.com/office/drawing/2014/main" id="{82335202-8A24-90E9-85A5-D977E2C3AC75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4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8" name="ZoneTexte 197">
                <a:extLst>
                  <a:ext uri="{FF2B5EF4-FFF2-40B4-BE49-F238E27FC236}">
                    <a16:creationId xmlns:a16="http://schemas.microsoft.com/office/drawing/2014/main" id="{968137A9-1A6B-84EE-048B-A004B134B821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856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5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BE80F97E-03C0-4F24-362E-231CA5A8E58B}"/>
              </a:ext>
            </a:extLst>
          </p:cNvPr>
          <p:cNvGrpSpPr/>
          <p:nvPr/>
        </p:nvGrpSpPr>
        <p:grpSpPr>
          <a:xfrm>
            <a:off x="4850732" y="1476000"/>
            <a:ext cx="445414" cy="3091075"/>
            <a:chOff x="4850732" y="1467601"/>
            <a:chExt cx="445414" cy="3091075"/>
          </a:xfrm>
        </p:grpSpPr>
        <p:grpSp>
          <p:nvGrpSpPr>
            <p:cNvPr id="201" name="Groupe 200">
              <a:extLst>
                <a:ext uri="{FF2B5EF4-FFF2-40B4-BE49-F238E27FC236}">
                  <a16:creationId xmlns:a16="http://schemas.microsoft.com/office/drawing/2014/main" id="{0CAB1313-4AFF-8A4D-FE6B-5FDFA2EB31F8}"/>
                </a:ext>
              </a:extLst>
            </p:cNvPr>
            <p:cNvGrpSpPr/>
            <p:nvPr/>
          </p:nvGrpSpPr>
          <p:grpSpPr>
            <a:xfrm>
              <a:off x="4850732" y="1467601"/>
              <a:ext cx="445414" cy="473687"/>
              <a:chOff x="785143" y="1474742"/>
              <a:chExt cx="445414" cy="473687"/>
            </a:xfrm>
          </p:grpSpPr>
          <p:grpSp>
            <p:nvGrpSpPr>
              <p:cNvPr id="202" name="Groupe 201">
                <a:extLst>
                  <a:ext uri="{FF2B5EF4-FFF2-40B4-BE49-F238E27FC236}">
                    <a16:creationId xmlns:a16="http://schemas.microsoft.com/office/drawing/2014/main" id="{98848305-AD49-DED0-5D16-BCA9FC15F3D5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204" name="Triangle isocèle 203">
                  <a:extLst>
                    <a:ext uri="{FF2B5EF4-FFF2-40B4-BE49-F238E27FC236}">
                      <a16:creationId xmlns:a16="http://schemas.microsoft.com/office/drawing/2014/main" id="{32CCEDAD-597E-866E-32D1-0C28CDE91A00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Triangle isocèle 204">
                  <a:extLst>
                    <a:ext uri="{FF2B5EF4-FFF2-40B4-BE49-F238E27FC236}">
                      <a16:creationId xmlns:a16="http://schemas.microsoft.com/office/drawing/2014/main" id="{C146952C-5BA9-1368-5A1D-7FBE3CF70C75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3" name="ZoneTexte 202">
                <a:extLst>
                  <a:ext uri="{FF2B5EF4-FFF2-40B4-BE49-F238E27FC236}">
                    <a16:creationId xmlns:a16="http://schemas.microsoft.com/office/drawing/2014/main" id="{00FF63F1-6553-C262-36FF-13EDC7835945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872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6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206" name="Groupe 205">
              <a:extLst>
                <a:ext uri="{FF2B5EF4-FFF2-40B4-BE49-F238E27FC236}">
                  <a16:creationId xmlns:a16="http://schemas.microsoft.com/office/drawing/2014/main" id="{6525A09A-53D1-CA19-9E34-B3D6FE0B85D3}"/>
                </a:ext>
              </a:extLst>
            </p:cNvPr>
            <p:cNvGrpSpPr/>
            <p:nvPr/>
          </p:nvGrpSpPr>
          <p:grpSpPr>
            <a:xfrm>
              <a:off x="4850732" y="2121948"/>
              <a:ext cx="445414" cy="473687"/>
              <a:chOff x="785143" y="1474742"/>
              <a:chExt cx="445414" cy="473687"/>
            </a:xfrm>
          </p:grpSpPr>
          <p:grpSp>
            <p:nvGrpSpPr>
              <p:cNvPr id="207" name="Groupe 206">
                <a:extLst>
                  <a:ext uri="{FF2B5EF4-FFF2-40B4-BE49-F238E27FC236}">
                    <a16:creationId xmlns:a16="http://schemas.microsoft.com/office/drawing/2014/main" id="{6F4AF8B2-9F9C-E225-8355-05327C5BB65F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209" name="Triangle isocèle 208">
                  <a:extLst>
                    <a:ext uri="{FF2B5EF4-FFF2-40B4-BE49-F238E27FC236}">
                      <a16:creationId xmlns:a16="http://schemas.microsoft.com/office/drawing/2014/main" id="{531F7DC8-CE6F-A827-1AAB-AC0C7D63AB1D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Triangle isocèle 209">
                  <a:extLst>
                    <a:ext uri="{FF2B5EF4-FFF2-40B4-BE49-F238E27FC236}">
                      <a16:creationId xmlns:a16="http://schemas.microsoft.com/office/drawing/2014/main" id="{724F136E-ADF7-1066-FCFD-139A6E18836A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4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8" name="ZoneTexte 207">
                <a:extLst>
                  <a:ext uri="{FF2B5EF4-FFF2-40B4-BE49-F238E27FC236}">
                    <a16:creationId xmlns:a16="http://schemas.microsoft.com/office/drawing/2014/main" id="{67F78288-3EC3-35AC-C154-E9650BAF7650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696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7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211" name="Groupe 210">
              <a:extLst>
                <a:ext uri="{FF2B5EF4-FFF2-40B4-BE49-F238E27FC236}">
                  <a16:creationId xmlns:a16="http://schemas.microsoft.com/office/drawing/2014/main" id="{84125F61-0D8B-38BD-E471-47FFA52CA395}"/>
                </a:ext>
              </a:extLst>
            </p:cNvPr>
            <p:cNvGrpSpPr/>
            <p:nvPr/>
          </p:nvGrpSpPr>
          <p:grpSpPr>
            <a:xfrm>
              <a:off x="4850732" y="2776295"/>
              <a:ext cx="445414" cy="473687"/>
              <a:chOff x="785143" y="1474742"/>
              <a:chExt cx="445414" cy="473687"/>
            </a:xfrm>
          </p:grpSpPr>
          <p:grpSp>
            <p:nvGrpSpPr>
              <p:cNvPr id="212" name="Groupe 211">
                <a:extLst>
                  <a:ext uri="{FF2B5EF4-FFF2-40B4-BE49-F238E27FC236}">
                    <a16:creationId xmlns:a16="http://schemas.microsoft.com/office/drawing/2014/main" id="{D15AFB57-113D-C5DF-35C9-8385EF1BA3E2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214" name="Triangle isocèle 213">
                  <a:extLst>
                    <a:ext uri="{FF2B5EF4-FFF2-40B4-BE49-F238E27FC236}">
                      <a16:creationId xmlns:a16="http://schemas.microsoft.com/office/drawing/2014/main" id="{D1A1874E-F3CD-9CAA-4C58-98FE43D3CB2D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" name="Triangle isocèle 214">
                  <a:extLst>
                    <a:ext uri="{FF2B5EF4-FFF2-40B4-BE49-F238E27FC236}">
                      <a16:creationId xmlns:a16="http://schemas.microsoft.com/office/drawing/2014/main" id="{DAF11E77-F8FC-2071-2F5B-903954A17396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3" name="ZoneTexte 212">
                <a:extLst>
                  <a:ext uri="{FF2B5EF4-FFF2-40B4-BE49-F238E27FC236}">
                    <a16:creationId xmlns:a16="http://schemas.microsoft.com/office/drawing/2014/main" id="{26C73565-0F6B-115B-ED0B-3850EA4906B3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8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216" name="Groupe 215">
              <a:extLst>
                <a:ext uri="{FF2B5EF4-FFF2-40B4-BE49-F238E27FC236}">
                  <a16:creationId xmlns:a16="http://schemas.microsoft.com/office/drawing/2014/main" id="{4D00C2A4-6170-D2C3-B494-8D689D0DCFE3}"/>
                </a:ext>
              </a:extLst>
            </p:cNvPr>
            <p:cNvGrpSpPr/>
            <p:nvPr/>
          </p:nvGrpSpPr>
          <p:grpSpPr>
            <a:xfrm>
              <a:off x="4850732" y="3430642"/>
              <a:ext cx="445414" cy="473687"/>
              <a:chOff x="785143" y="1474742"/>
              <a:chExt cx="445414" cy="473687"/>
            </a:xfrm>
          </p:grpSpPr>
          <p:grpSp>
            <p:nvGrpSpPr>
              <p:cNvPr id="217" name="Groupe 216">
                <a:extLst>
                  <a:ext uri="{FF2B5EF4-FFF2-40B4-BE49-F238E27FC236}">
                    <a16:creationId xmlns:a16="http://schemas.microsoft.com/office/drawing/2014/main" id="{9894246E-C3DF-FCF7-722B-8BB1875B10E5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219" name="Triangle isocèle 218">
                  <a:extLst>
                    <a:ext uri="{FF2B5EF4-FFF2-40B4-BE49-F238E27FC236}">
                      <a16:creationId xmlns:a16="http://schemas.microsoft.com/office/drawing/2014/main" id="{F0E664E0-CAA6-FF72-F32D-841E5DA54FC9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Triangle isocèle 219">
                  <a:extLst>
                    <a:ext uri="{FF2B5EF4-FFF2-40B4-BE49-F238E27FC236}">
                      <a16:creationId xmlns:a16="http://schemas.microsoft.com/office/drawing/2014/main" id="{6676DBD0-05A1-3624-58D4-4557F19DF483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4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8" name="ZoneTexte 217">
                <a:extLst>
                  <a:ext uri="{FF2B5EF4-FFF2-40B4-BE49-F238E27FC236}">
                    <a16:creationId xmlns:a16="http://schemas.microsoft.com/office/drawing/2014/main" id="{DF5EAC44-84A3-1108-2C7F-E998DDE025EA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2888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9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221" name="Groupe 220">
              <a:extLst>
                <a:ext uri="{FF2B5EF4-FFF2-40B4-BE49-F238E27FC236}">
                  <a16:creationId xmlns:a16="http://schemas.microsoft.com/office/drawing/2014/main" id="{DA2A2E90-A26B-FD57-96F5-0212B4D0E4F5}"/>
                </a:ext>
              </a:extLst>
            </p:cNvPr>
            <p:cNvGrpSpPr/>
            <p:nvPr/>
          </p:nvGrpSpPr>
          <p:grpSpPr>
            <a:xfrm>
              <a:off x="4850732" y="4084989"/>
              <a:ext cx="445414" cy="473687"/>
              <a:chOff x="785143" y="1474742"/>
              <a:chExt cx="445414" cy="473687"/>
            </a:xfrm>
          </p:grpSpPr>
          <p:grpSp>
            <p:nvGrpSpPr>
              <p:cNvPr id="222" name="Groupe 221">
                <a:extLst>
                  <a:ext uri="{FF2B5EF4-FFF2-40B4-BE49-F238E27FC236}">
                    <a16:creationId xmlns:a16="http://schemas.microsoft.com/office/drawing/2014/main" id="{D109B14F-4955-21C0-D5A8-44693EB889DC}"/>
                  </a:ext>
                </a:extLst>
              </p:cNvPr>
              <p:cNvGrpSpPr/>
              <p:nvPr/>
            </p:nvGrpSpPr>
            <p:grpSpPr>
              <a:xfrm rot="7277254">
                <a:off x="785559" y="1503432"/>
                <a:ext cx="473687" cy="416308"/>
                <a:chOff x="624330" y="2488133"/>
                <a:chExt cx="978211" cy="555252"/>
              </a:xfrm>
            </p:grpSpPr>
            <p:sp>
              <p:nvSpPr>
                <p:cNvPr id="224" name="Triangle isocèle 223">
                  <a:extLst>
                    <a:ext uri="{FF2B5EF4-FFF2-40B4-BE49-F238E27FC236}">
                      <a16:creationId xmlns:a16="http://schemas.microsoft.com/office/drawing/2014/main" id="{7D74E265-3F17-6D12-7817-A79F3CDB4DDA}"/>
                    </a:ext>
                  </a:extLst>
                </p:cNvPr>
                <p:cNvSpPr/>
                <p:nvPr/>
              </p:nvSpPr>
              <p:spPr>
                <a:xfrm rot="19814350">
                  <a:off x="624330" y="2488133"/>
                  <a:ext cx="969456" cy="555252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Triangle isocèle 224">
                  <a:extLst>
                    <a:ext uri="{FF2B5EF4-FFF2-40B4-BE49-F238E27FC236}">
                      <a16:creationId xmlns:a16="http://schemas.microsoft.com/office/drawing/2014/main" id="{BB107405-6AD8-9C19-B5A7-164D9C36025B}"/>
                    </a:ext>
                  </a:extLst>
                </p:cNvPr>
                <p:cNvSpPr/>
                <p:nvPr/>
              </p:nvSpPr>
              <p:spPr>
                <a:xfrm rot="19814350">
                  <a:off x="633085" y="2521083"/>
                  <a:ext cx="969456" cy="519975"/>
                </a:xfrm>
                <a:prstGeom prst="triangle">
                  <a:avLst>
                    <a:gd name="adj" fmla="val 72767"/>
                  </a:avLst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3" name="ZoneTexte 222">
                <a:extLst>
                  <a:ext uri="{FF2B5EF4-FFF2-40B4-BE49-F238E27FC236}">
                    <a16:creationId xmlns:a16="http://schemas.microsoft.com/office/drawing/2014/main" id="{3EB2179A-8C40-DC17-0807-3F4543E78519}"/>
                  </a:ext>
                </a:extLst>
              </p:cNvPr>
              <p:cNvSpPr txBox="1"/>
              <p:nvPr/>
            </p:nvSpPr>
            <p:spPr>
              <a:xfrm>
                <a:off x="785143" y="1553546"/>
                <a:ext cx="3497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  <a:latin typeface="+mn-lt"/>
                  </a:rPr>
                  <a:t>10</a:t>
                </a:r>
                <a:endParaRPr lang="en-US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2527CECE-450A-807A-F879-95DAF0A504CD}"/>
              </a:ext>
            </a:extLst>
          </p:cNvPr>
          <p:cNvSpPr txBox="1"/>
          <p:nvPr/>
        </p:nvSpPr>
        <p:spPr>
          <a:xfrm>
            <a:off x="1381069" y="1522767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tx1"/>
                </a:solidFill>
                <a:latin typeface="+mn-lt"/>
              </a:rPr>
              <a:t>Présentation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3AA6C88-904F-F86C-7E9B-F282BF930CCB}"/>
              </a:ext>
            </a:extLst>
          </p:cNvPr>
          <p:cNvSpPr txBox="1"/>
          <p:nvPr/>
        </p:nvSpPr>
        <p:spPr>
          <a:xfrm>
            <a:off x="1382752" y="2169974"/>
            <a:ext cx="202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>
                <a:solidFill>
                  <a:schemeClr val="tx1"/>
                </a:solidFill>
                <a:latin typeface="+mn-lt"/>
              </a:rPr>
              <a:t>Langages utilisés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F96599-26A7-3AB5-5C62-22E0E0728B7E}"/>
              </a:ext>
            </a:extLst>
          </p:cNvPr>
          <p:cNvSpPr txBox="1"/>
          <p:nvPr/>
        </p:nvSpPr>
        <p:spPr>
          <a:xfrm>
            <a:off x="1381069" y="2831462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>
                <a:solidFill>
                  <a:schemeClr val="tx1"/>
                </a:solidFill>
                <a:latin typeface="+mn-lt"/>
              </a:rPr>
              <a:t>Rétroplanning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17195E-AE86-9278-989B-0D841DEAD04F}"/>
              </a:ext>
            </a:extLst>
          </p:cNvPr>
          <p:cNvSpPr txBox="1"/>
          <p:nvPr/>
        </p:nvSpPr>
        <p:spPr>
          <a:xfrm>
            <a:off x="1381069" y="348580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>
                <a:solidFill>
                  <a:schemeClr val="tx1"/>
                </a:solidFill>
                <a:latin typeface="+mn-lt"/>
              </a:rPr>
              <a:t>Wireframe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53AAE8E-D0BB-4EFE-A077-EB3099248EE8}"/>
              </a:ext>
            </a:extLst>
          </p:cNvPr>
          <p:cNvSpPr txBox="1"/>
          <p:nvPr/>
        </p:nvSpPr>
        <p:spPr>
          <a:xfrm>
            <a:off x="1381069" y="4001656"/>
            <a:ext cx="2731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>
                <a:solidFill>
                  <a:schemeClr val="tx1"/>
                </a:solidFill>
                <a:latin typeface="+mn-lt"/>
              </a:rPr>
              <a:t>Modélisation de la base </a:t>
            </a:r>
            <a:br>
              <a:rPr lang="fr-FR" sz="1800">
                <a:solidFill>
                  <a:schemeClr val="tx1"/>
                </a:solidFill>
                <a:latin typeface="+mn-lt"/>
              </a:rPr>
            </a:br>
            <a:r>
              <a:rPr lang="fr-FR" sz="1800">
                <a:solidFill>
                  <a:schemeClr val="tx1"/>
                </a:solidFill>
                <a:latin typeface="+mn-lt"/>
              </a:rPr>
              <a:t>de donnée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8243A2C-6BB5-88CF-B6D0-C995083D4632}"/>
              </a:ext>
            </a:extLst>
          </p:cNvPr>
          <p:cNvSpPr txBox="1"/>
          <p:nvPr/>
        </p:nvSpPr>
        <p:spPr>
          <a:xfrm>
            <a:off x="5456663" y="1522767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>
                <a:solidFill>
                  <a:schemeClr val="tx1"/>
                </a:solidFill>
                <a:latin typeface="+mn-lt"/>
              </a:rPr>
              <a:t>Démonstration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F82C707-A95D-65CA-3F84-8BEFC941D23E}"/>
              </a:ext>
            </a:extLst>
          </p:cNvPr>
          <p:cNvSpPr txBox="1"/>
          <p:nvPr/>
        </p:nvSpPr>
        <p:spPr>
          <a:xfrm>
            <a:off x="5456663" y="2186138"/>
            <a:ext cx="2393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>
                <a:solidFill>
                  <a:schemeClr val="tx1"/>
                </a:solidFill>
                <a:latin typeface="+mn-lt"/>
              </a:rPr>
              <a:t>Présentation de code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31EA819-CEF1-711F-C70C-E973A1DBF525}"/>
              </a:ext>
            </a:extLst>
          </p:cNvPr>
          <p:cNvSpPr txBox="1"/>
          <p:nvPr/>
        </p:nvSpPr>
        <p:spPr>
          <a:xfrm>
            <a:off x="5456663" y="2831462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>
                <a:solidFill>
                  <a:schemeClr val="tx1"/>
                </a:solidFill>
                <a:latin typeface="+mn-lt"/>
              </a:rPr>
              <a:t>Problèmes rencontrés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101AE49-CFCC-BB67-7579-96EE1572E01A}"/>
              </a:ext>
            </a:extLst>
          </p:cNvPr>
          <p:cNvSpPr txBox="1"/>
          <p:nvPr/>
        </p:nvSpPr>
        <p:spPr>
          <a:xfrm>
            <a:off x="5456663" y="3485808"/>
            <a:ext cx="2632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>
                <a:solidFill>
                  <a:schemeClr val="tx1"/>
                </a:solidFill>
                <a:latin typeface="+mn-lt"/>
              </a:rPr>
              <a:t>Améliorations à prévoir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21C0A2F-A75C-1709-A3FB-1EB4D8C43F16}"/>
              </a:ext>
            </a:extLst>
          </p:cNvPr>
          <p:cNvSpPr txBox="1"/>
          <p:nvPr/>
        </p:nvSpPr>
        <p:spPr>
          <a:xfrm>
            <a:off x="5456663" y="4140155"/>
            <a:ext cx="3294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>
                <a:solidFill>
                  <a:schemeClr val="tx1"/>
                </a:solidFill>
                <a:latin typeface="+mn-lt"/>
              </a:rPr>
              <a:t>Conclusion et remerciements</a:t>
            </a:r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>
            <a:spLocks noGrp="1"/>
          </p:cNvSpPr>
          <p:nvPr>
            <p:ph type="ctrTitle"/>
          </p:nvPr>
        </p:nvSpPr>
        <p:spPr>
          <a:xfrm>
            <a:off x="1815525" y="1888150"/>
            <a:ext cx="551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rgbClr val="ABE33F"/>
                </a:solidFill>
              </a:rPr>
              <a:t>1.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/>
              <a:t>PRÉSENTATION</a:t>
            </a:r>
          </a:p>
        </p:txBody>
      </p:sp>
      <p:sp>
        <p:nvSpPr>
          <p:cNvPr id="125" name="Google Shape;125;p14"/>
          <p:cNvSpPr txBox="1">
            <a:spLocks noGrp="1"/>
          </p:cNvSpPr>
          <p:nvPr>
            <p:ph type="subTitle" idx="1"/>
          </p:nvPr>
        </p:nvSpPr>
        <p:spPr>
          <a:xfrm>
            <a:off x="1815375" y="2916250"/>
            <a:ext cx="551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/>
              <a:t>Qui suis-je et quel est mon projet ?</a:t>
            </a:r>
          </a:p>
        </p:txBody>
      </p:sp>
      <p:sp>
        <p:nvSpPr>
          <p:cNvPr id="126" name="Google Shape;126;p1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</a:t>
            </a:fld>
            <a:endParaRPr lang="fr-FR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11B7A53-EFEB-C54E-27C2-808CC6DAB83D}"/>
              </a:ext>
            </a:extLst>
          </p:cNvPr>
          <p:cNvSpPr/>
          <p:nvPr/>
        </p:nvSpPr>
        <p:spPr>
          <a:xfrm>
            <a:off x="803804" y="1984500"/>
            <a:ext cx="1255453" cy="870212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Google Shape;110;p13"/>
          <p:cNvSpPr txBox="1">
            <a:spLocks noGrp="1"/>
          </p:cNvSpPr>
          <p:nvPr>
            <p:ph type="ctrTitle" idx="4294967295"/>
          </p:nvPr>
        </p:nvSpPr>
        <p:spPr>
          <a:xfrm>
            <a:off x="2988250" y="1354750"/>
            <a:ext cx="5351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noProof="0" dirty="0">
                <a:solidFill>
                  <a:srgbClr val="ABE33F"/>
                </a:solidFill>
              </a:rPr>
              <a:t>Bienvenue!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4294967295"/>
          </p:nvPr>
        </p:nvSpPr>
        <p:spPr>
          <a:xfrm>
            <a:off x="2988250" y="2478173"/>
            <a:ext cx="5351700" cy="21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3600" b="1" noProof="0" dirty="0"/>
              <a:t>Je suis Alice TIERTANT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noProof="0" dirty="0"/>
              <a:t>Apprentie développeur web </a:t>
            </a:r>
            <a:endParaRPr lang="fr-FR" sz="1800" b="1" noProof="0" dirty="0"/>
          </a:p>
        </p:txBody>
      </p:sp>
      <p:sp>
        <p:nvSpPr>
          <p:cNvPr id="119" name="Google Shape;119;p1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4</a:t>
            </a:fld>
            <a:endParaRPr lang="fr-FR" noProof="0"/>
          </a:p>
        </p:txBody>
      </p:sp>
      <p:grpSp>
        <p:nvGrpSpPr>
          <p:cNvPr id="2" name="Google Shape;781;p46">
            <a:extLst>
              <a:ext uri="{FF2B5EF4-FFF2-40B4-BE49-F238E27FC236}">
                <a16:creationId xmlns:a16="http://schemas.microsoft.com/office/drawing/2014/main" id="{2927E819-ADA4-6C0F-E3CF-D650EEFFB741}"/>
              </a:ext>
            </a:extLst>
          </p:cNvPr>
          <p:cNvGrpSpPr/>
          <p:nvPr/>
        </p:nvGrpSpPr>
        <p:grpSpPr>
          <a:xfrm>
            <a:off x="729464" y="1908023"/>
            <a:ext cx="1425059" cy="1372410"/>
            <a:chOff x="2583325" y="2972875"/>
            <a:chExt cx="462850" cy="445750"/>
          </a:xfrm>
        </p:grpSpPr>
        <p:sp>
          <p:nvSpPr>
            <p:cNvPr id="3" name="Google Shape;782;p46">
              <a:extLst>
                <a:ext uri="{FF2B5EF4-FFF2-40B4-BE49-F238E27FC236}">
                  <a16:creationId xmlns:a16="http://schemas.microsoft.com/office/drawing/2014/main" id="{75A02A85-7A6B-72A8-404D-5F5181CFF67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4" name="Google Shape;783;p46">
              <a:extLst>
                <a:ext uri="{FF2B5EF4-FFF2-40B4-BE49-F238E27FC236}">
                  <a16:creationId xmlns:a16="http://schemas.microsoft.com/office/drawing/2014/main" id="{2F6D7901-8ABA-E2CB-EE56-33B940EE82F3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118" name="Google Shape;118;p13"/>
          <p:cNvSpPr/>
          <p:nvPr/>
        </p:nvSpPr>
        <p:spPr>
          <a:xfrm>
            <a:off x="1850372" y="1562101"/>
            <a:ext cx="957630" cy="859666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15" name="Google Shape;788;p46">
            <a:extLst>
              <a:ext uri="{FF2B5EF4-FFF2-40B4-BE49-F238E27FC236}">
                <a16:creationId xmlns:a16="http://schemas.microsoft.com/office/drawing/2014/main" id="{959538F4-8245-F1D8-9AD9-04E1D37B11F5}"/>
              </a:ext>
            </a:extLst>
          </p:cNvPr>
          <p:cNvGrpSpPr/>
          <p:nvPr/>
        </p:nvGrpSpPr>
        <p:grpSpPr>
          <a:xfrm>
            <a:off x="972240" y="2079805"/>
            <a:ext cx="918580" cy="679601"/>
            <a:chOff x="5255200" y="3006475"/>
            <a:chExt cx="511700" cy="378575"/>
          </a:xfrm>
          <a:solidFill>
            <a:srgbClr val="68DD6B">
              <a:alpha val="74118"/>
            </a:srgbClr>
          </a:solidFill>
        </p:grpSpPr>
        <p:sp>
          <p:nvSpPr>
            <p:cNvPr id="16" name="Google Shape;789;p46">
              <a:extLst>
                <a:ext uri="{FF2B5EF4-FFF2-40B4-BE49-F238E27FC236}">
                  <a16:creationId xmlns:a16="http://schemas.microsoft.com/office/drawing/2014/main" id="{28ED9A0A-5FDC-77EC-D7B8-5238E24FFCE3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17" name="Google Shape;790;p46">
              <a:extLst>
                <a:ext uri="{FF2B5EF4-FFF2-40B4-BE49-F238E27FC236}">
                  <a16:creationId xmlns:a16="http://schemas.microsoft.com/office/drawing/2014/main" id="{3D928AD7-87A4-D911-23E3-43C2F07E8270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3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 l’équipe</a:t>
            </a:r>
            <a:endParaRPr lang="fr-FR" noProof="0" dirty="0"/>
          </a:p>
        </p:txBody>
      </p:sp>
      <p:sp>
        <p:nvSpPr>
          <p:cNvPr id="524" name="Google Shape;524;p4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5</a:t>
            </a:fld>
            <a:endParaRPr lang="fr-FR" noProof="0"/>
          </a:p>
        </p:txBody>
      </p:sp>
      <p:pic>
        <p:nvPicPr>
          <p:cNvPr id="525" name="Google Shape;525;p43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855300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26" name="Google Shape;526;p43"/>
          <p:cNvSpPr txBox="1"/>
          <p:nvPr/>
        </p:nvSpPr>
        <p:spPr>
          <a:xfrm>
            <a:off x="860325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noProof="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RAFFAITIN Romain</a:t>
            </a:r>
            <a:br>
              <a:rPr lang="fr-FR" noProof="0" dirty="0">
                <a:latin typeface="Karla"/>
                <a:ea typeface="Karla"/>
                <a:cs typeface="Karla"/>
                <a:sym typeface="Karla"/>
              </a:rPr>
            </a:br>
            <a:r>
              <a:rPr lang="fr-FR" sz="8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APPRENTI DEV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noProof="0" dirty="0"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lang="fr-FR" noProof="0" dirty="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27" name="Google Shape;527;p43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2835025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28" name="Google Shape;528;p43"/>
          <p:cNvSpPr txBox="1"/>
          <p:nvPr/>
        </p:nvSpPr>
        <p:spPr>
          <a:xfrm>
            <a:off x="2840050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noProof="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SEGERS </a:t>
            </a:r>
            <a:r>
              <a:rPr lang="fr-FR" sz="1200" b="1" noProof="0" dirty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Alcess</a:t>
            </a:r>
            <a:br>
              <a:rPr lang="fr-FR" noProof="0" dirty="0">
                <a:latin typeface="Karla"/>
                <a:ea typeface="Karla"/>
                <a:cs typeface="Karla"/>
                <a:sym typeface="Karla"/>
              </a:rPr>
            </a:br>
            <a:r>
              <a:rPr lang="fr-FR" sz="8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APPRENTIE DEV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noProof="0" dirty="0"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lang="fr-FR" noProof="0" dirty="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29" name="Google Shape;529;p43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4814750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30" name="Google Shape;530;p43"/>
          <p:cNvSpPr txBox="1"/>
          <p:nvPr/>
        </p:nvSpPr>
        <p:spPr>
          <a:xfrm>
            <a:off x="4819775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noProof="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TA TRUNG Thang</a:t>
            </a:r>
            <a:br>
              <a:rPr lang="fr-FR" noProof="0" dirty="0">
                <a:latin typeface="Karla"/>
                <a:ea typeface="Karla"/>
                <a:cs typeface="Karla"/>
                <a:sym typeface="Karla"/>
              </a:rPr>
            </a:br>
            <a:r>
              <a:rPr lang="fr-FR" sz="8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APPRENTI DEV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noProof="0" dirty="0"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lang="fr-FR" noProof="0" dirty="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31" name="Google Shape;531;p43"/>
          <p:cNvPicPr preferRelativeResize="0"/>
          <p:nvPr/>
        </p:nvPicPr>
        <p:blipFill>
          <a:blip r:embed="rId6">
            <a:alphaModFix/>
          </a:blip>
          <a:srcRect/>
          <a:stretch/>
        </p:blipFill>
        <p:spPr>
          <a:xfrm>
            <a:off x="6794475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32" name="Google Shape;532;p43"/>
          <p:cNvSpPr txBox="1"/>
          <p:nvPr/>
        </p:nvSpPr>
        <p:spPr>
          <a:xfrm>
            <a:off x="6799500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noProof="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TIERTANT Alice</a:t>
            </a:r>
            <a:br>
              <a:rPr lang="fr-FR" noProof="0" dirty="0">
                <a:latin typeface="Karla"/>
                <a:ea typeface="Karla"/>
                <a:cs typeface="Karla"/>
                <a:sym typeface="Karla"/>
              </a:rPr>
            </a:br>
            <a:r>
              <a:rPr lang="fr-FR" sz="8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APPRENTIE DEV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dirty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noProof="0" dirty="0"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lang="fr-FR" noProof="0" dirty="0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oupe 335">
            <a:extLst>
              <a:ext uri="{FF2B5EF4-FFF2-40B4-BE49-F238E27FC236}">
                <a16:creationId xmlns:a16="http://schemas.microsoft.com/office/drawing/2014/main" id="{F821FA26-C5A9-6161-FB31-3911409EE7EE}"/>
              </a:ext>
            </a:extLst>
          </p:cNvPr>
          <p:cNvGrpSpPr/>
          <p:nvPr/>
        </p:nvGrpSpPr>
        <p:grpSpPr>
          <a:xfrm>
            <a:off x="0" y="2772000"/>
            <a:ext cx="8558108" cy="2032980"/>
            <a:chOff x="0" y="2554020"/>
            <a:chExt cx="8558108" cy="2032980"/>
          </a:xfrm>
        </p:grpSpPr>
        <p:sp>
          <p:nvSpPr>
            <p:cNvPr id="42" name="Google Shape;359;p37">
              <a:extLst>
                <a:ext uri="{FF2B5EF4-FFF2-40B4-BE49-F238E27FC236}">
                  <a16:creationId xmlns:a16="http://schemas.microsoft.com/office/drawing/2014/main" id="{FD98DB27-47A4-3FE7-F1FB-C0A65EB17202}"/>
                </a:ext>
              </a:extLst>
            </p:cNvPr>
            <p:cNvSpPr/>
            <p:nvPr/>
          </p:nvSpPr>
          <p:spPr>
            <a:xfrm>
              <a:off x="7735208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tx2">
                <a:lumMod val="90000"/>
              </a:schemeClr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DEC</a:t>
              </a:r>
            </a:p>
          </p:txBody>
        </p:sp>
        <p:sp>
          <p:nvSpPr>
            <p:cNvPr id="43" name="Google Shape;360;p37">
              <a:extLst>
                <a:ext uri="{FF2B5EF4-FFF2-40B4-BE49-F238E27FC236}">
                  <a16:creationId xmlns:a16="http://schemas.microsoft.com/office/drawing/2014/main" id="{6ABD8B61-AE89-1BF1-E29B-6330F1F3E027}"/>
                </a:ext>
              </a:extLst>
            </p:cNvPr>
            <p:cNvSpPr/>
            <p:nvPr/>
          </p:nvSpPr>
          <p:spPr>
            <a:xfrm>
              <a:off x="7075124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tx2">
                <a:lumMod val="90000"/>
              </a:schemeClr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NOV</a:t>
              </a:r>
            </a:p>
          </p:txBody>
        </p:sp>
        <p:sp>
          <p:nvSpPr>
            <p:cNvPr id="44" name="Google Shape;361;p37">
              <a:extLst>
                <a:ext uri="{FF2B5EF4-FFF2-40B4-BE49-F238E27FC236}">
                  <a16:creationId xmlns:a16="http://schemas.microsoft.com/office/drawing/2014/main" id="{8BD1A668-4B28-6D18-A2C8-914AE12AE4EE}"/>
                </a:ext>
              </a:extLst>
            </p:cNvPr>
            <p:cNvSpPr/>
            <p:nvPr/>
          </p:nvSpPr>
          <p:spPr>
            <a:xfrm>
              <a:off x="6415040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tx2">
                <a:lumMod val="90000"/>
              </a:schemeClr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OCT</a:t>
              </a:r>
            </a:p>
          </p:txBody>
        </p:sp>
        <p:sp>
          <p:nvSpPr>
            <p:cNvPr id="45" name="Google Shape;362;p37">
              <a:extLst>
                <a:ext uri="{FF2B5EF4-FFF2-40B4-BE49-F238E27FC236}">
                  <a16:creationId xmlns:a16="http://schemas.microsoft.com/office/drawing/2014/main" id="{A0F1B630-0753-89BA-9E05-B5826C3EFF1A}"/>
                </a:ext>
              </a:extLst>
            </p:cNvPr>
            <p:cNvSpPr/>
            <p:nvPr/>
          </p:nvSpPr>
          <p:spPr>
            <a:xfrm>
              <a:off x="5754956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4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SEP</a:t>
              </a:r>
            </a:p>
          </p:txBody>
        </p:sp>
        <p:sp>
          <p:nvSpPr>
            <p:cNvPr id="46" name="Google Shape;363;p37">
              <a:extLst>
                <a:ext uri="{FF2B5EF4-FFF2-40B4-BE49-F238E27FC236}">
                  <a16:creationId xmlns:a16="http://schemas.microsoft.com/office/drawing/2014/main" id="{C6059B85-EB24-1EF7-D9C5-8962EDC1796B}"/>
                </a:ext>
              </a:extLst>
            </p:cNvPr>
            <p:cNvSpPr/>
            <p:nvPr/>
          </p:nvSpPr>
          <p:spPr>
            <a:xfrm>
              <a:off x="5094872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AUG</a:t>
              </a:r>
            </a:p>
          </p:txBody>
        </p:sp>
        <p:sp>
          <p:nvSpPr>
            <p:cNvPr id="47" name="Google Shape;364;p37">
              <a:extLst>
                <a:ext uri="{FF2B5EF4-FFF2-40B4-BE49-F238E27FC236}">
                  <a16:creationId xmlns:a16="http://schemas.microsoft.com/office/drawing/2014/main" id="{C7ACBB42-A42F-DDCF-A855-F0ACD371DABF}"/>
                </a:ext>
              </a:extLst>
            </p:cNvPr>
            <p:cNvSpPr/>
            <p:nvPr/>
          </p:nvSpPr>
          <p:spPr>
            <a:xfrm>
              <a:off x="4434788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JUL</a:t>
              </a:r>
            </a:p>
          </p:txBody>
        </p:sp>
        <p:sp>
          <p:nvSpPr>
            <p:cNvPr id="48" name="Google Shape;365;p37">
              <a:extLst>
                <a:ext uri="{FF2B5EF4-FFF2-40B4-BE49-F238E27FC236}">
                  <a16:creationId xmlns:a16="http://schemas.microsoft.com/office/drawing/2014/main" id="{FBF63F23-3746-F67A-EB31-5998EA25C5A6}"/>
                </a:ext>
              </a:extLst>
            </p:cNvPr>
            <p:cNvSpPr/>
            <p:nvPr/>
          </p:nvSpPr>
          <p:spPr>
            <a:xfrm>
              <a:off x="3774704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JUN</a:t>
              </a:r>
            </a:p>
          </p:txBody>
        </p:sp>
        <p:sp>
          <p:nvSpPr>
            <p:cNvPr id="49" name="Google Shape;366;p37">
              <a:extLst>
                <a:ext uri="{FF2B5EF4-FFF2-40B4-BE49-F238E27FC236}">
                  <a16:creationId xmlns:a16="http://schemas.microsoft.com/office/drawing/2014/main" id="{9A1781AB-FBEA-69AF-9C3B-C5DE1F895833}"/>
                </a:ext>
              </a:extLst>
            </p:cNvPr>
            <p:cNvSpPr/>
            <p:nvPr/>
          </p:nvSpPr>
          <p:spPr>
            <a:xfrm>
              <a:off x="3114619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MAY</a:t>
              </a:r>
            </a:p>
          </p:txBody>
        </p:sp>
        <p:sp>
          <p:nvSpPr>
            <p:cNvPr id="50" name="Google Shape;367;p37">
              <a:extLst>
                <a:ext uri="{FF2B5EF4-FFF2-40B4-BE49-F238E27FC236}">
                  <a16:creationId xmlns:a16="http://schemas.microsoft.com/office/drawing/2014/main" id="{AE855509-B057-A9A0-025F-FA36ACAD07D1}"/>
                </a:ext>
              </a:extLst>
            </p:cNvPr>
            <p:cNvSpPr/>
            <p:nvPr/>
          </p:nvSpPr>
          <p:spPr>
            <a:xfrm>
              <a:off x="2454535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APR</a:t>
              </a:r>
            </a:p>
          </p:txBody>
        </p:sp>
        <p:sp>
          <p:nvSpPr>
            <p:cNvPr id="51" name="Google Shape;368;p37">
              <a:extLst>
                <a:ext uri="{FF2B5EF4-FFF2-40B4-BE49-F238E27FC236}">
                  <a16:creationId xmlns:a16="http://schemas.microsoft.com/office/drawing/2014/main" id="{ED0DA49C-5258-E975-BCDF-136C52658C1A}"/>
                </a:ext>
              </a:extLst>
            </p:cNvPr>
            <p:cNvSpPr/>
            <p:nvPr/>
          </p:nvSpPr>
          <p:spPr>
            <a:xfrm>
              <a:off x="1794451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MAR</a:t>
              </a:r>
            </a:p>
          </p:txBody>
        </p:sp>
        <p:sp>
          <p:nvSpPr>
            <p:cNvPr id="52" name="Google Shape;369;p37">
              <a:extLst>
                <a:ext uri="{FF2B5EF4-FFF2-40B4-BE49-F238E27FC236}">
                  <a16:creationId xmlns:a16="http://schemas.microsoft.com/office/drawing/2014/main" id="{C4F542A0-AA16-BC4C-1FEF-FDBE1C6AE266}"/>
                </a:ext>
              </a:extLst>
            </p:cNvPr>
            <p:cNvSpPr/>
            <p:nvPr/>
          </p:nvSpPr>
          <p:spPr>
            <a:xfrm>
              <a:off x="1134367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FEB</a:t>
              </a:r>
            </a:p>
          </p:txBody>
        </p:sp>
        <p:sp>
          <p:nvSpPr>
            <p:cNvPr id="53" name="Google Shape;370;p37">
              <a:extLst>
                <a:ext uri="{FF2B5EF4-FFF2-40B4-BE49-F238E27FC236}">
                  <a16:creationId xmlns:a16="http://schemas.microsoft.com/office/drawing/2014/main" id="{312C9E6D-68D3-714C-C668-48181A1CDD2A}"/>
                </a:ext>
              </a:extLst>
            </p:cNvPr>
            <p:cNvSpPr/>
            <p:nvPr/>
          </p:nvSpPr>
          <p:spPr>
            <a:xfrm>
              <a:off x="474283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JAN</a:t>
              </a:r>
            </a:p>
          </p:txBody>
        </p:sp>
        <p:sp>
          <p:nvSpPr>
            <p:cNvPr id="54" name="Google Shape;371;p37">
              <a:extLst>
                <a:ext uri="{FF2B5EF4-FFF2-40B4-BE49-F238E27FC236}">
                  <a16:creationId xmlns:a16="http://schemas.microsoft.com/office/drawing/2014/main" id="{8C12A7C9-9227-1537-F7DB-9D6A1D403A3C}"/>
                </a:ext>
              </a:extLst>
            </p:cNvPr>
            <p:cNvSpPr/>
            <p:nvPr/>
          </p:nvSpPr>
          <p:spPr>
            <a:xfrm>
              <a:off x="0" y="3373170"/>
              <a:ext cx="637200" cy="393600"/>
            </a:xfrm>
            <a:prstGeom prst="homePlate">
              <a:avLst>
                <a:gd name="adj" fmla="val 32030"/>
              </a:avLst>
            </a:prstGeom>
            <a:solidFill>
              <a:schemeClr val="l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dk1"/>
                  </a:solidFill>
                  <a:latin typeface="Karla" pitchFamily="2" charset="0"/>
                </a:rPr>
                <a:t>2026</a:t>
              </a:r>
            </a:p>
          </p:txBody>
        </p:sp>
        <p:cxnSp>
          <p:nvCxnSpPr>
            <p:cNvPr id="55" name="Google Shape;372;p37">
              <a:extLst>
                <a:ext uri="{FF2B5EF4-FFF2-40B4-BE49-F238E27FC236}">
                  <a16:creationId xmlns:a16="http://schemas.microsoft.com/office/drawing/2014/main" id="{37F2ADBC-B2D6-0E38-4236-3710720019DA}"/>
                </a:ext>
              </a:extLst>
            </p:cNvPr>
            <p:cNvCxnSpPr/>
            <p:nvPr/>
          </p:nvCxnSpPr>
          <p:spPr>
            <a:xfrm rot="10800000">
              <a:off x="768923" y="3109751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56" name="Google Shape;373;p37">
              <a:extLst>
                <a:ext uri="{FF2B5EF4-FFF2-40B4-BE49-F238E27FC236}">
                  <a16:creationId xmlns:a16="http://schemas.microsoft.com/office/drawing/2014/main" id="{2D251599-1BCB-8318-5EA6-FBF01CCCF583}"/>
                </a:ext>
              </a:extLst>
            </p:cNvPr>
            <p:cNvSpPr txBox="1"/>
            <p:nvPr/>
          </p:nvSpPr>
          <p:spPr>
            <a:xfrm>
              <a:off x="727900" y="2554105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Livraison site vitrine</a:t>
              </a:r>
            </a:p>
          </p:txBody>
        </p:sp>
        <p:cxnSp>
          <p:nvCxnSpPr>
            <p:cNvPr id="57" name="Google Shape;374;p37">
              <a:extLst>
                <a:ext uri="{FF2B5EF4-FFF2-40B4-BE49-F238E27FC236}">
                  <a16:creationId xmlns:a16="http://schemas.microsoft.com/office/drawing/2014/main" id="{B49D52A6-A623-F5DA-A76F-E1A99BD119D4}"/>
                </a:ext>
              </a:extLst>
            </p:cNvPr>
            <p:cNvCxnSpPr/>
            <p:nvPr/>
          </p:nvCxnSpPr>
          <p:spPr>
            <a:xfrm rot="10800000">
              <a:off x="2090158" y="3744000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58" name="Google Shape;375;p37">
              <a:extLst>
                <a:ext uri="{FF2B5EF4-FFF2-40B4-BE49-F238E27FC236}">
                  <a16:creationId xmlns:a16="http://schemas.microsoft.com/office/drawing/2014/main" id="{39B56243-6B66-DA1F-F636-324FB90D15DF}"/>
                </a:ext>
              </a:extLst>
            </p:cNvPr>
            <p:cNvSpPr txBox="1"/>
            <p:nvPr/>
          </p:nvSpPr>
          <p:spPr>
            <a:xfrm>
              <a:off x="2050642" y="405360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Développement e</a:t>
              </a:r>
              <a:r>
                <a:rPr lang="fr-FR" sz="900" noProof="0">
                  <a:solidFill>
                    <a:schemeClr val="bg2"/>
                  </a:solidFill>
                  <a:latin typeface="Karla" pitchFamily="2" charset="0"/>
                </a:rPr>
                <a:t>‑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commerce</a:t>
              </a:r>
            </a:p>
          </p:txBody>
        </p:sp>
        <p:cxnSp>
          <p:nvCxnSpPr>
            <p:cNvPr id="61" name="Google Shape;378;p37">
              <a:extLst>
                <a:ext uri="{FF2B5EF4-FFF2-40B4-BE49-F238E27FC236}">
                  <a16:creationId xmlns:a16="http://schemas.microsoft.com/office/drawing/2014/main" id="{E0A3297E-EB10-E665-1CFF-6A2B85B92BA7}"/>
                </a:ext>
              </a:extLst>
            </p:cNvPr>
            <p:cNvCxnSpPr/>
            <p:nvPr/>
          </p:nvCxnSpPr>
          <p:spPr>
            <a:xfrm rot="10800000">
              <a:off x="4732628" y="3109751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62" name="Google Shape;379;p37">
              <a:extLst>
                <a:ext uri="{FF2B5EF4-FFF2-40B4-BE49-F238E27FC236}">
                  <a16:creationId xmlns:a16="http://schemas.microsoft.com/office/drawing/2014/main" id="{2201CD97-7AAE-A5C2-9470-02974CA53078}"/>
                </a:ext>
              </a:extLst>
            </p:cNvPr>
            <p:cNvSpPr txBox="1"/>
            <p:nvPr/>
          </p:nvSpPr>
          <p:spPr>
            <a:xfrm>
              <a:off x="4696126" y="255402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Test e-commerce</a:t>
              </a:r>
            </a:p>
          </p:txBody>
        </p:sp>
        <p:cxnSp>
          <p:nvCxnSpPr>
            <p:cNvPr id="63" name="Google Shape;380;p37">
              <a:extLst>
                <a:ext uri="{FF2B5EF4-FFF2-40B4-BE49-F238E27FC236}">
                  <a16:creationId xmlns:a16="http://schemas.microsoft.com/office/drawing/2014/main" id="{9EBD3A61-962F-1FA4-66C3-7B6F152E1CE3}"/>
                </a:ext>
              </a:extLst>
            </p:cNvPr>
            <p:cNvCxnSpPr/>
            <p:nvPr/>
          </p:nvCxnSpPr>
          <p:spPr>
            <a:xfrm rot="10800000">
              <a:off x="6053863" y="3744000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320" name="Google Shape;381;p37">
              <a:extLst>
                <a:ext uri="{FF2B5EF4-FFF2-40B4-BE49-F238E27FC236}">
                  <a16:creationId xmlns:a16="http://schemas.microsoft.com/office/drawing/2014/main" id="{9BEF1985-32AC-ADD3-5608-A45B2DB99389}"/>
                </a:ext>
              </a:extLst>
            </p:cNvPr>
            <p:cNvSpPr txBox="1"/>
            <p:nvPr/>
          </p:nvSpPr>
          <p:spPr>
            <a:xfrm>
              <a:off x="6018868" y="405360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Livraison e</a:t>
              </a:r>
              <a:r>
                <a:rPr lang="fr-FR" sz="900" noProof="0">
                  <a:solidFill>
                    <a:schemeClr val="bg2"/>
                  </a:solidFill>
                  <a:latin typeface="Karla" pitchFamily="2" charset="0"/>
                </a:rPr>
                <a:t>‑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commerce</a:t>
              </a:r>
            </a:p>
          </p:txBody>
        </p:sp>
      </p:grpSp>
      <p:sp>
        <p:nvSpPr>
          <p:cNvPr id="357" name="Google Shape;357;p37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Timeline</a:t>
            </a:r>
          </a:p>
        </p:txBody>
      </p:sp>
      <p:sp>
        <p:nvSpPr>
          <p:cNvPr id="358" name="Google Shape;358;p3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6</a:t>
            </a:fld>
            <a:endParaRPr lang="fr-FR" noProof="0"/>
          </a:p>
        </p:txBody>
      </p:sp>
      <p:sp>
        <p:nvSpPr>
          <p:cNvPr id="359" name="Google Shape;359;p37"/>
          <p:cNvSpPr/>
          <p:nvPr/>
        </p:nvSpPr>
        <p:spPr>
          <a:xfrm>
            <a:off x="7735208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DEC</a:t>
            </a:r>
          </a:p>
        </p:txBody>
      </p:sp>
      <p:sp>
        <p:nvSpPr>
          <p:cNvPr id="360" name="Google Shape;360;p37"/>
          <p:cNvSpPr/>
          <p:nvPr/>
        </p:nvSpPr>
        <p:spPr>
          <a:xfrm>
            <a:off x="7075124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NOV</a:t>
            </a:r>
          </a:p>
        </p:txBody>
      </p:sp>
      <p:sp>
        <p:nvSpPr>
          <p:cNvPr id="361" name="Google Shape;361;p37"/>
          <p:cNvSpPr/>
          <p:nvPr/>
        </p:nvSpPr>
        <p:spPr>
          <a:xfrm>
            <a:off x="6415040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OCT</a:t>
            </a:r>
          </a:p>
        </p:txBody>
      </p:sp>
      <p:sp>
        <p:nvSpPr>
          <p:cNvPr id="362" name="Google Shape;362;p37"/>
          <p:cNvSpPr/>
          <p:nvPr/>
        </p:nvSpPr>
        <p:spPr>
          <a:xfrm>
            <a:off x="5754956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SEP</a:t>
            </a:r>
          </a:p>
        </p:txBody>
      </p:sp>
      <p:sp>
        <p:nvSpPr>
          <p:cNvPr id="363" name="Google Shape;363;p37"/>
          <p:cNvSpPr/>
          <p:nvPr/>
        </p:nvSpPr>
        <p:spPr>
          <a:xfrm>
            <a:off x="5094872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AUG</a:t>
            </a:r>
          </a:p>
        </p:txBody>
      </p:sp>
      <p:sp>
        <p:nvSpPr>
          <p:cNvPr id="364" name="Google Shape;364;p37"/>
          <p:cNvSpPr/>
          <p:nvPr/>
        </p:nvSpPr>
        <p:spPr>
          <a:xfrm>
            <a:off x="4434788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JUL</a:t>
            </a:r>
          </a:p>
        </p:txBody>
      </p:sp>
      <p:sp>
        <p:nvSpPr>
          <p:cNvPr id="365" name="Google Shape;365;p37"/>
          <p:cNvSpPr/>
          <p:nvPr/>
        </p:nvSpPr>
        <p:spPr>
          <a:xfrm>
            <a:off x="3774704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JUN</a:t>
            </a:r>
          </a:p>
        </p:txBody>
      </p:sp>
      <p:sp>
        <p:nvSpPr>
          <p:cNvPr id="366" name="Google Shape;366;p37"/>
          <p:cNvSpPr/>
          <p:nvPr/>
        </p:nvSpPr>
        <p:spPr>
          <a:xfrm>
            <a:off x="3114619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MAY</a:t>
            </a:r>
          </a:p>
        </p:txBody>
      </p:sp>
      <p:sp>
        <p:nvSpPr>
          <p:cNvPr id="367" name="Google Shape;367;p37"/>
          <p:cNvSpPr/>
          <p:nvPr/>
        </p:nvSpPr>
        <p:spPr>
          <a:xfrm>
            <a:off x="2454535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APR</a:t>
            </a:r>
          </a:p>
        </p:txBody>
      </p:sp>
      <p:sp>
        <p:nvSpPr>
          <p:cNvPr id="368" name="Google Shape;368;p37"/>
          <p:cNvSpPr/>
          <p:nvPr/>
        </p:nvSpPr>
        <p:spPr>
          <a:xfrm>
            <a:off x="1794451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MAR</a:t>
            </a:r>
          </a:p>
        </p:txBody>
      </p:sp>
      <p:sp>
        <p:nvSpPr>
          <p:cNvPr id="369" name="Google Shape;369;p37"/>
          <p:cNvSpPr/>
          <p:nvPr/>
        </p:nvSpPr>
        <p:spPr>
          <a:xfrm>
            <a:off x="1134367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FEB</a:t>
            </a:r>
          </a:p>
        </p:txBody>
      </p:sp>
      <p:sp>
        <p:nvSpPr>
          <p:cNvPr id="370" name="Google Shape;370;p37"/>
          <p:cNvSpPr/>
          <p:nvPr/>
        </p:nvSpPr>
        <p:spPr>
          <a:xfrm>
            <a:off x="474283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JAN</a:t>
            </a:r>
          </a:p>
        </p:txBody>
      </p:sp>
      <p:sp>
        <p:nvSpPr>
          <p:cNvPr id="371" name="Google Shape;371;p37"/>
          <p:cNvSpPr/>
          <p:nvPr/>
        </p:nvSpPr>
        <p:spPr>
          <a:xfrm>
            <a:off x="0" y="192537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accent1"/>
                </a:solidFill>
                <a:latin typeface="Karla" pitchFamily="2" charset="0"/>
              </a:rPr>
              <a:t>2025</a:t>
            </a:r>
          </a:p>
        </p:txBody>
      </p:sp>
      <p:cxnSp>
        <p:nvCxnSpPr>
          <p:cNvPr id="374" name="Google Shape;374;p37"/>
          <p:cNvCxnSpPr/>
          <p:nvPr/>
        </p:nvCxnSpPr>
        <p:spPr>
          <a:xfrm rot="10800000">
            <a:off x="2090158" y="1661951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5" name="Google Shape;375;p37"/>
          <p:cNvSpPr txBox="1"/>
          <p:nvPr/>
        </p:nvSpPr>
        <p:spPr>
          <a:xfrm>
            <a:off x="2050642" y="11062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 dirty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Planification</a:t>
            </a:r>
          </a:p>
        </p:txBody>
      </p:sp>
      <p:cxnSp>
        <p:nvCxnSpPr>
          <p:cNvPr id="382" name="Google Shape;382;p37"/>
          <p:cNvCxnSpPr/>
          <p:nvPr/>
        </p:nvCxnSpPr>
        <p:spPr>
          <a:xfrm rot="10800000">
            <a:off x="7375098" y="229320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3" name="Google Shape;383;p37"/>
          <p:cNvSpPr txBox="1"/>
          <p:nvPr/>
        </p:nvSpPr>
        <p:spPr>
          <a:xfrm>
            <a:off x="7341610" y="26064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Test site vitrine</a:t>
            </a:r>
          </a:p>
        </p:txBody>
      </p:sp>
      <p:cxnSp>
        <p:nvCxnSpPr>
          <p:cNvPr id="386" name="Google Shape;386;p37"/>
          <p:cNvCxnSpPr/>
          <p:nvPr/>
        </p:nvCxnSpPr>
        <p:spPr>
          <a:xfrm rot="10800000">
            <a:off x="2760922" y="229422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7" name="Google Shape;387;p37"/>
          <p:cNvSpPr txBox="1"/>
          <p:nvPr/>
        </p:nvSpPr>
        <p:spPr>
          <a:xfrm>
            <a:off x="2699944" y="26074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Conception</a:t>
            </a:r>
          </a:p>
        </p:txBody>
      </p:sp>
      <p:cxnSp>
        <p:nvCxnSpPr>
          <p:cNvPr id="388" name="Google Shape;388;p37"/>
          <p:cNvCxnSpPr/>
          <p:nvPr/>
        </p:nvCxnSpPr>
        <p:spPr>
          <a:xfrm rot="10800000">
            <a:off x="4082157" y="166320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9" name="Google Shape;389;p37"/>
          <p:cNvSpPr txBox="1"/>
          <p:nvPr/>
        </p:nvSpPr>
        <p:spPr>
          <a:xfrm>
            <a:off x="4030339" y="1105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Développement site</a:t>
            </a:r>
            <a:r>
              <a:rPr lang="fr-FR" sz="1000" noProof="0">
                <a:latin typeface="Karla" pitchFamily="2" charset="0"/>
              </a:rPr>
              <a:t> 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vitrine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A33891B3-3B0F-09BC-E473-F77D626F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81;p37">
            <a:extLst>
              <a:ext uri="{FF2B5EF4-FFF2-40B4-BE49-F238E27FC236}">
                <a16:creationId xmlns:a16="http://schemas.microsoft.com/office/drawing/2014/main" id="{FBB1FB34-7B2F-85BB-07EA-33E48B55987C}"/>
              </a:ext>
            </a:extLst>
          </p:cNvPr>
          <p:cNvSpPr txBox="1"/>
          <p:nvPr/>
        </p:nvSpPr>
        <p:spPr>
          <a:xfrm>
            <a:off x="4698000" y="4273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Reprise cahier des charges</a:t>
            </a:r>
          </a:p>
        </p:txBody>
      </p:sp>
      <p:sp>
        <p:nvSpPr>
          <p:cNvPr id="357" name="Google Shape;357;p37">
            <a:extLst>
              <a:ext uri="{FF2B5EF4-FFF2-40B4-BE49-F238E27FC236}">
                <a16:creationId xmlns:a16="http://schemas.microsoft.com/office/drawing/2014/main" id="{9E6D615D-1081-85D2-E4EF-EE441E38F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Timeline</a:t>
            </a:r>
          </a:p>
        </p:txBody>
      </p:sp>
      <p:sp>
        <p:nvSpPr>
          <p:cNvPr id="358" name="Google Shape;358;p37">
            <a:extLst>
              <a:ext uri="{FF2B5EF4-FFF2-40B4-BE49-F238E27FC236}">
                <a16:creationId xmlns:a16="http://schemas.microsoft.com/office/drawing/2014/main" id="{6C615563-30F4-8FB5-9157-2C178CAC2E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7</a:t>
            </a:fld>
            <a:endParaRPr lang="fr-FR" noProof="0"/>
          </a:p>
        </p:txBody>
      </p:sp>
      <p:sp>
        <p:nvSpPr>
          <p:cNvPr id="359" name="Google Shape;359;p37">
            <a:extLst>
              <a:ext uri="{FF2B5EF4-FFF2-40B4-BE49-F238E27FC236}">
                <a16:creationId xmlns:a16="http://schemas.microsoft.com/office/drawing/2014/main" id="{D2FFDD66-D862-5425-A102-B368B9E08B88}"/>
              </a:ext>
            </a:extLst>
          </p:cNvPr>
          <p:cNvSpPr/>
          <p:nvPr/>
        </p:nvSpPr>
        <p:spPr>
          <a:xfrm>
            <a:off x="7735208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DEC</a:t>
            </a:r>
          </a:p>
        </p:txBody>
      </p:sp>
      <p:sp>
        <p:nvSpPr>
          <p:cNvPr id="360" name="Google Shape;360;p37">
            <a:extLst>
              <a:ext uri="{FF2B5EF4-FFF2-40B4-BE49-F238E27FC236}">
                <a16:creationId xmlns:a16="http://schemas.microsoft.com/office/drawing/2014/main" id="{11DC5DE3-83FE-2BF9-405C-39D2DD8C7A44}"/>
              </a:ext>
            </a:extLst>
          </p:cNvPr>
          <p:cNvSpPr/>
          <p:nvPr/>
        </p:nvSpPr>
        <p:spPr>
          <a:xfrm>
            <a:off x="7075124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NOV</a:t>
            </a:r>
          </a:p>
        </p:txBody>
      </p:sp>
      <p:sp>
        <p:nvSpPr>
          <p:cNvPr id="361" name="Google Shape;361;p37">
            <a:extLst>
              <a:ext uri="{FF2B5EF4-FFF2-40B4-BE49-F238E27FC236}">
                <a16:creationId xmlns:a16="http://schemas.microsoft.com/office/drawing/2014/main" id="{30691C53-8AD9-370D-2B7D-A4C372F0AC35}"/>
              </a:ext>
            </a:extLst>
          </p:cNvPr>
          <p:cNvSpPr/>
          <p:nvPr/>
        </p:nvSpPr>
        <p:spPr>
          <a:xfrm>
            <a:off x="6415040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OCT</a:t>
            </a:r>
          </a:p>
        </p:txBody>
      </p:sp>
      <p:sp>
        <p:nvSpPr>
          <p:cNvPr id="362" name="Google Shape;362;p37">
            <a:extLst>
              <a:ext uri="{FF2B5EF4-FFF2-40B4-BE49-F238E27FC236}">
                <a16:creationId xmlns:a16="http://schemas.microsoft.com/office/drawing/2014/main" id="{A382DD47-BFA8-E7CE-B235-68F0276F0932}"/>
              </a:ext>
            </a:extLst>
          </p:cNvPr>
          <p:cNvSpPr/>
          <p:nvPr/>
        </p:nvSpPr>
        <p:spPr>
          <a:xfrm>
            <a:off x="5754956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SEP</a:t>
            </a:r>
          </a:p>
        </p:txBody>
      </p:sp>
      <p:sp>
        <p:nvSpPr>
          <p:cNvPr id="363" name="Google Shape;363;p37">
            <a:extLst>
              <a:ext uri="{FF2B5EF4-FFF2-40B4-BE49-F238E27FC236}">
                <a16:creationId xmlns:a16="http://schemas.microsoft.com/office/drawing/2014/main" id="{864FAF7D-7122-E28E-11AA-97C154A9A0B6}"/>
              </a:ext>
            </a:extLst>
          </p:cNvPr>
          <p:cNvSpPr/>
          <p:nvPr/>
        </p:nvSpPr>
        <p:spPr>
          <a:xfrm>
            <a:off x="5094872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AUG</a:t>
            </a:r>
          </a:p>
        </p:txBody>
      </p:sp>
      <p:sp>
        <p:nvSpPr>
          <p:cNvPr id="364" name="Google Shape;364;p37">
            <a:extLst>
              <a:ext uri="{FF2B5EF4-FFF2-40B4-BE49-F238E27FC236}">
                <a16:creationId xmlns:a16="http://schemas.microsoft.com/office/drawing/2014/main" id="{CC68F485-7858-709F-DD97-CFD25748E874}"/>
              </a:ext>
            </a:extLst>
          </p:cNvPr>
          <p:cNvSpPr/>
          <p:nvPr/>
        </p:nvSpPr>
        <p:spPr>
          <a:xfrm>
            <a:off x="4434788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JUL</a:t>
            </a:r>
          </a:p>
        </p:txBody>
      </p:sp>
      <p:sp>
        <p:nvSpPr>
          <p:cNvPr id="365" name="Google Shape;365;p37">
            <a:extLst>
              <a:ext uri="{FF2B5EF4-FFF2-40B4-BE49-F238E27FC236}">
                <a16:creationId xmlns:a16="http://schemas.microsoft.com/office/drawing/2014/main" id="{C6C6023E-63F0-8DE7-DB47-9A2361977F28}"/>
              </a:ext>
            </a:extLst>
          </p:cNvPr>
          <p:cNvSpPr/>
          <p:nvPr/>
        </p:nvSpPr>
        <p:spPr>
          <a:xfrm>
            <a:off x="3774704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JUN</a:t>
            </a:r>
          </a:p>
        </p:txBody>
      </p:sp>
      <p:sp>
        <p:nvSpPr>
          <p:cNvPr id="366" name="Google Shape;366;p37">
            <a:extLst>
              <a:ext uri="{FF2B5EF4-FFF2-40B4-BE49-F238E27FC236}">
                <a16:creationId xmlns:a16="http://schemas.microsoft.com/office/drawing/2014/main" id="{635A79C1-EAC9-0827-8222-A3DAC3F81290}"/>
              </a:ext>
            </a:extLst>
          </p:cNvPr>
          <p:cNvSpPr/>
          <p:nvPr/>
        </p:nvSpPr>
        <p:spPr>
          <a:xfrm>
            <a:off x="3114619" y="1925370"/>
            <a:ext cx="822900" cy="393600"/>
          </a:xfrm>
          <a:prstGeom prst="homePlate">
            <a:avLst>
              <a:gd name="adj" fmla="val 32030"/>
            </a:avLst>
          </a:prstGeom>
          <a:pattFill prst="pct80">
            <a:fgClr>
              <a:schemeClr val="accent2"/>
            </a:fgClr>
            <a:bgClr>
              <a:schemeClr val="bg1"/>
            </a:bgClr>
          </a:patt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MAY</a:t>
            </a:r>
          </a:p>
        </p:txBody>
      </p:sp>
      <p:sp>
        <p:nvSpPr>
          <p:cNvPr id="367" name="Google Shape;367;p37">
            <a:extLst>
              <a:ext uri="{FF2B5EF4-FFF2-40B4-BE49-F238E27FC236}">
                <a16:creationId xmlns:a16="http://schemas.microsoft.com/office/drawing/2014/main" id="{F2BD524B-4D6E-36CE-0C5E-1A1CB6A74CE0}"/>
              </a:ext>
            </a:extLst>
          </p:cNvPr>
          <p:cNvSpPr/>
          <p:nvPr/>
        </p:nvSpPr>
        <p:spPr>
          <a:xfrm>
            <a:off x="2454535" y="1925370"/>
            <a:ext cx="822900" cy="393600"/>
          </a:xfrm>
          <a:prstGeom prst="homePlate">
            <a:avLst>
              <a:gd name="adj" fmla="val 32030"/>
            </a:avLst>
          </a:prstGeom>
          <a:pattFill prst="pct80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APR</a:t>
            </a:r>
          </a:p>
        </p:txBody>
      </p:sp>
      <p:sp>
        <p:nvSpPr>
          <p:cNvPr id="368" name="Google Shape;368;p37">
            <a:extLst>
              <a:ext uri="{FF2B5EF4-FFF2-40B4-BE49-F238E27FC236}">
                <a16:creationId xmlns:a16="http://schemas.microsoft.com/office/drawing/2014/main" id="{143C359E-E48F-BA1B-A6C4-925C12D96FFA}"/>
              </a:ext>
            </a:extLst>
          </p:cNvPr>
          <p:cNvSpPr/>
          <p:nvPr/>
        </p:nvSpPr>
        <p:spPr>
          <a:xfrm>
            <a:off x="1794451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MAR</a:t>
            </a:r>
          </a:p>
        </p:txBody>
      </p:sp>
      <p:sp>
        <p:nvSpPr>
          <p:cNvPr id="369" name="Google Shape;369;p37">
            <a:extLst>
              <a:ext uri="{FF2B5EF4-FFF2-40B4-BE49-F238E27FC236}">
                <a16:creationId xmlns:a16="http://schemas.microsoft.com/office/drawing/2014/main" id="{D76A0067-8B9E-AF3E-ADAC-4A53F08AA575}"/>
              </a:ext>
            </a:extLst>
          </p:cNvPr>
          <p:cNvSpPr/>
          <p:nvPr/>
        </p:nvSpPr>
        <p:spPr>
          <a:xfrm>
            <a:off x="1134367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FEB</a:t>
            </a:r>
          </a:p>
        </p:txBody>
      </p:sp>
      <p:sp>
        <p:nvSpPr>
          <p:cNvPr id="370" name="Google Shape;370;p37">
            <a:extLst>
              <a:ext uri="{FF2B5EF4-FFF2-40B4-BE49-F238E27FC236}">
                <a16:creationId xmlns:a16="http://schemas.microsoft.com/office/drawing/2014/main" id="{4F162E1F-0E2B-D9CC-2429-943EFF89C2A6}"/>
              </a:ext>
            </a:extLst>
          </p:cNvPr>
          <p:cNvSpPr/>
          <p:nvPr/>
        </p:nvSpPr>
        <p:spPr>
          <a:xfrm>
            <a:off x="474283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JAN</a:t>
            </a:r>
          </a:p>
        </p:txBody>
      </p:sp>
      <p:sp>
        <p:nvSpPr>
          <p:cNvPr id="371" name="Google Shape;371;p37">
            <a:extLst>
              <a:ext uri="{FF2B5EF4-FFF2-40B4-BE49-F238E27FC236}">
                <a16:creationId xmlns:a16="http://schemas.microsoft.com/office/drawing/2014/main" id="{B84B8E78-83E5-F43F-B3E7-FE6A4B2BFFD0}"/>
              </a:ext>
            </a:extLst>
          </p:cNvPr>
          <p:cNvSpPr/>
          <p:nvPr/>
        </p:nvSpPr>
        <p:spPr>
          <a:xfrm>
            <a:off x="0" y="192537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accent1"/>
                </a:solidFill>
                <a:latin typeface="Karla" pitchFamily="2" charset="0"/>
              </a:rPr>
              <a:t>2025</a:t>
            </a:r>
          </a:p>
        </p:txBody>
      </p:sp>
      <p:cxnSp>
        <p:nvCxnSpPr>
          <p:cNvPr id="382" name="Google Shape;382;p37">
            <a:extLst>
              <a:ext uri="{FF2B5EF4-FFF2-40B4-BE49-F238E27FC236}">
                <a16:creationId xmlns:a16="http://schemas.microsoft.com/office/drawing/2014/main" id="{D5680B48-0AE6-1F48-E66C-571169F63313}"/>
              </a:ext>
            </a:extLst>
          </p:cNvPr>
          <p:cNvCxnSpPr/>
          <p:nvPr/>
        </p:nvCxnSpPr>
        <p:spPr>
          <a:xfrm rot="10800000">
            <a:off x="4734000" y="229320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7D6926D2-7128-01C9-17AD-1715F986EE30}"/>
              </a:ext>
            </a:extLst>
          </p:cNvPr>
          <p:cNvSpPr txBox="1"/>
          <p:nvPr/>
        </p:nvSpPr>
        <p:spPr>
          <a:xfrm>
            <a:off x="4698000" y="26064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03 : Entrée en entreprise – mise en pause du projet</a:t>
            </a:r>
          </a:p>
        </p:txBody>
      </p:sp>
      <p:cxnSp>
        <p:nvCxnSpPr>
          <p:cNvPr id="386" name="Google Shape;386;p37">
            <a:extLst>
              <a:ext uri="{FF2B5EF4-FFF2-40B4-BE49-F238E27FC236}">
                <a16:creationId xmlns:a16="http://schemas.microsoft.com/office/drawing/2014/main" id="{1C22B601-6009-C3D6-8070-9F4271E7521D}"/>
              </a:ext>
            </a:extLst>
          </p:cNvPr>
          <p:cNvCxnSpPr/>
          <p:nvPr/>
        </p:nvCxnSpPr>
        <p:spPr>
          <a:xfrm rot="10800000">
            <a:off x="2760922" y="166320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7" name="Google Shape;387;p37">
            <a:extLst>
              <a:ext uri="{FF2B5EF4-FFF2-40B4-BE49-F238E27FC236}">
                <a16:creationId xmlns:a16="http://schemas.microsoft.com/office/drawing/2014/main" id="{D6DF15C1-5F26-8CC1-68E2-E84596AA06BA}"/>
              </a:ext>
            </a:extLst>
          </p:cNvPr>
          <p:cNvSpPr txBox="1"/>
          <p:nvPr/>
        </p:nvSpPr>
        <p:spPr>
          <a:xfrm>
            <a:off x="2699944" y="1105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07 - 08 : Planification</a:t>
            </a:r>
            <a:b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</a:b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09 – 11 : Conception</a:t>
            </a:r>
          </a:p>
        </p:txBody>
      </p:sp>
      <p:cxnSp>
        <p:nvCxnSpPr>
          <p:cNvPr id="388" name="Google Shape;388;p37">
            <a:extLst>
              <a:ext uri="{FF2B5EF4-FFF2-40B4-BE49-F238E27FC236}">
                <a16:creationId xmlns:a16="http://schemas.microsoft.com/office/drawing/2014/main" id="{CFD4B3F9-182A-88F8-75A2-E30B588ED856}"/>
              </a:ext>
            </a:extLst>
          </p:cNvPr>
          <p:cNvCxnSpPr/>
          <p:nvPr/>
        </p:nvCxnSpPr>
        <p:spPr>
          <a:xfrm rot="10800000">
            <a:off x="3412800" y="229320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9" name="Google Shape;389;p37">
            <a:extLst>
              <a:ext uri="{FF2B5EF4-FFF2-40B4-BE49-F238E27FC236}">
                <a16:creationId xmlns:a16="http://schemas.microsoft.com/office/drawing/2014/main" id="{508B9246-036B-5343-0878-CD1F4E3312A7}"/>
              </a:ext>
            </a:extLst>
          </p:cNvPr>
          <p:cNvSpPr txBox="1"/>
          <p:nvPr/>
        </p:nvSpPr>
        <p:spPr>
          <a:xfrm>
            <a:off x="3373200" y="26064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14 – 20 : Développement back</a:t>
            </a:r>
          </a:p>
        </p:txBody>
      </p:sp>
      <p:cxnSp>
        <p:nvCxnSpPr>
          <p:cNvPr id="10" name="Google Shape;386;p37">
            <a:extLst>
              <a:ext uri="{FF2B5EF4-FFF2-40B4-BE49-F238E27FC236}">
                <a16:creationId xmlns:a16="http://schemas.microsoft.com/office/drawing/2014/main" id="{F1034033-9F70-8C66-E892-5F9A26DB7020}"/>
              </a:ext>
            </a:extLst>
          </p:cNvPr>
          <p:cNvCxnSpPr/>
          <p:nvPr/>
        </p:nvCxnSpPr>
        <p:spPr>
          <a:xfrm rot="10800000">
            <a:off x="4082400" y="166320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387;p37">
            <a:extLst>
              <a:ext uri="{FF2B5EF4-FFF2-40B4-BE49-F238E27FC236}">
                <a16:creationId xmlns:a16="http://schemas.microsoft.com/office/drawing/2014/main" id="{962E4F72-F214-AC00-895C-E0D17A264384}"/>
              </a:ext>
            </a:extLst>
          </p:cNvPr>
          <p:cNvSpPr txBox="1"/>
          <p:nvPr/>
        </p:nvSpPr>
        <p:spPr>
          <a:xfrm>
            <a:off x="4032000" y="1105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04 : Développement front</a:t>
            </a:r>
          </a:p>
        </p:txBody>
      </p:sp>
      <p:cxnSp>
        <p:nvCxnSpPr>
          <p:cNvPr id="12" name="Google Shape;386;p37">
            <a:extLst>
              <a:ext uri="{FF2B5EF4-FFF2-40B4-BE49-F238E27FC236}">
                <a16:creationId xmlns:a16="http://schemas.microsoft.com/office/drawing/2014/main" id="{A646CCCF-2BAB-1D5D-C726-7613317F14AE}"/>
              </a:ext>
            </a:extLst>
          </p:cNvPr>
          <p:cNvCxnSpPr/>
          <p:nvPr/>
        </p:nvCxnSpPr>
        <p:spPr>
          <a:xfrm rot="10800000">
            <a:off x="6724800" y="166320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3" name="Google Shape;387;p37">
            <a:extLst>
              <a:ext uri="{FF2B5EF4-FFF2-40B4-BE49-F238E27FC236}">
                <a16:creationId xmlns:a16="http://schemas.microsoft.com/office/drawing/2014/main" id="{DD23BF3F-90EF-D555-1A61-5493C4CC7AEF}"/>
              </a:ext>
            </a:extLst>
          </p:cNvPr>
          <p:cNvSpPr txBox="1"/>
          <p:nvPr/>
        </p:nvSpPr>
        <p:spPr>
          <a:xfrm>
            <a:off x="6692400" y="1105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22 : Congé pathologie grossesse + congé maternité</a:t>
            </a:r>
          </a:p>
        </p:txBody>
      </p:sp>
      <p:sp>
        <p:nvSpPr>
          <p:cNvPr id="15" name="Google Shape;381;p37">
            <a:extLst>
              <a:ext uri="{FF2B5EF4-FFF2-40B4-BE49-F238E27FC236}">
                <a16:creationId xmlns:a16="http://schemas.microsoft.com/office/drawing/2014/main" id="{4653090B-154C-6172-06C5-3985C17C6188}"/>
              </a:ext>
            </a:extLst>
          </p:cNvPr>
          <p:cNvSpPr txBox="1"/>
          <p:nvPr/>
        </p:nvSpPr>
        <p:spPr>
          <a:xfrm>
            <a:off x="2052000" y="4273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Nouveau maquettage</a:t>
            </a:r>
          </a:p>
        </p:txBody>
      </p:sp>
      <p:sp>
        <p:nvSpPr>
          <p:cNvPr id="42" name="Google Shape;359;p37">
            <a:extLst>
              <a:ext uri="{FF2B5EF4-FFF2-40B4-BE49-F238E27FC236}">
                <a16:creationId xmlns:a16="http://schemas.microsoft.com/office/drawing/2014/main" id="{AA1579A4-5508-DEB8-DE57-0F247C962D95}"/>
              </a:ext>
            </a:extLst>
          </p:cNvPr>
          <p:cNvSpPr/>
          <p:nvPr/>
        </p:nvSpPr>
        <p:spPr>
          <a:xfrm>
            <a:off x="7735208" y="35911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DEC</a:t>
            </a:r>
          </a:p>
        </p:txBody>
      </p:sp>
      <p:sp>
        <p:nvSpPr>
          <p:cNvPr id="43" name="Google Shape;360;p37">
            <a:extLst>
              <a:ext uri="{FF2B5EF4-FFF2-40B4-BE49-F238E27FC236}">
                <a16:creationId xmlns:a16="http://schemas.microsoft.com/office/drawing/2014/main" id="{6F7D486A-45FD-3166-45BF-9EB7BAE271F2}"/>
              </a:ext>
            </a:extLst>
          </p:cNvPr>
          <p:cNvSpPr/>
          <p:nvPr/>
        </p:nvSpPr>
        <p:spPr>
          <a:xfrm>
            <a:off x="7075124" y="35911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NOV</a:t>
            </a:r>
          </a:p>
        </p:txBody>
      </p:sp>
      <p:sp>
        <p:nvSpPr>
          <p:cNvPr id="44" name="Google Shape;361;p37">
            <a:extLst>
              <a:ext uri="{FF2B5EF4-FFF2-40B4-BE49-F238E27FC236}">
                <a16:creationId xmlns:a16="http://schemas.microsoft.com/office/drawing/2014/main" id="{A3BE28DD-6657-E4F1-C85B-DC48E3A8F806}"/>
              </a:ext>
            </a:extLst>
          </p:cNvPr>
          <p:cNvSpPr/>
          <p:nvPr/>
        </p:nvSpPr>
        <p:spPr>
          <a:xfrm>
            <a:off x="6415040" y="35911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OCT</a:t>
            </a:r>
          </a:p>
        </p:txBody>
      </p:sp>
      <p:sp>
        <p:nvSpPr>
          <p:cNvPr id="45" name="Google Shape;362;p37">
            <a:extLst>
              <a:ext uri="{FF2B5EF4-FFF2-40B4-BE49-F238E27FC236}">
                <a16:creationId xmlns:a16="http://schemas.microsoft.com/office/drawing/2014/main" id="{590B05AA-E4D2-36F3-6C29-8828416BA2B2}"/>
              </a:ext>
            </a:extLst>
          </p:cNvPr>
          <p:cNvSpPr/>
          <p:nvPr/>
        </p:nvSpPr>
        <p:spPr>
          <a:xfrm>
            <a:off x="5754956" y="35911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SEP</a:t>
            </a:r>
          </a:p>
        </p:txBody>
      </p:sp>
      <p:sp>
        <p:nvSpPr>
          <p:cNvPr id="46" name="Google Shape;363;p37">
            <a:extLst>
              <a:ext uri="{FF2B5EF4-FFF2-40B4-BE49-F238E27FC236}">
                <a16:creationId xmlns:a16="http://schemas.microsoft.com/office/drawing/2014/main" id="{5CE4018D-6BA8-75BA-EDD4-4A0EB774D995}"/>
              </a:ext>
            </a:extLst>
          </p:cNvPr>
          <p:cNvSpPr/>
          <p:nvPr/>
        </p:nvSpPr>
        <p:spPr>
          <a:xfrm>
            <a:off x="5094872" y="3591150"/>
            <a:ext cx="822900" cy="393600"/>
          </a:xfrm>
          <a:prstGeom prst="homePlate">
            <a:avLst>
              <a:gd name="adj" fmla="val 32030"/>
            </a:avLst>
          </a:prstGeom>
          <a:pattFill prst="pct80">
            <a:fgClr>
              <a:schemeClr val="accent3"/>
            </a:fgClr>
            <a:bgClr>
              <a:schemeClr val="bg1"/>
            </a:bgClr>
          </a:patt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AUG</a:t>
            </a:r>
          </a:p>
        </p:txBody>
      </p:sp>
      <p:sp>
        <p:nvSpPr>
          <p:cNvPr id="47" name="Google Shape;364;p37">
            <a:extLst>
              <a:ext uri="{FF2B5EF4-FFF2-40B4-BE49-F238E27FC236}">
                <a16:creationId xmlns:a16="http://schemas.microsoft.com/office/drawing/2014/main" id="{CA45C932-7F1E-0DC3-086B-DBEA32A290F4}"/>
              </a:ext>
            </a:extLst>
          </p:cNvPr>
          <p:cNvSpPr/>
          <p:nvPr/>
        </p:nvSpPr>
        <p:spPr>
          <a:xfrm>
            <a:off x="4434788" y="35911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JUL</a:t>
            </a:r>
          </a:p>
        </p:txBody>
      </p:sp>
      <p:sp>
        <p:nvSpPr>
          <p:cNvPr id="48" name="Google Shape;365;p37">
            <a:extLst>
              <a:ext uri="{FF2B5EF4-FFF2-40B4-BE49-F238E27FC236}">
                <a16:creationId xmlns:a16="http://schemas.microsoft.com/office/drawing/2014/main" id="{8F92858E-AAE2-BDE0-9C52-BBE6D91336F7}"/>
              </a:ext>
            </a:extLst>
          </p:cNvPr>
          <p:cNvSpPr/>
          <p:nvPr/>
        </p:nvSpPr>
        <p:spPr>
          <a:xfrm>
            <a:off x="3774704" y="3591150"/>
            <a:ext cx="822900" cy="393600"/>
          </a:xfrm>
          <a:prstGeom prst="homePlate">
            <a:avLst>
              <a:gd name="adj" fmla="val 32030"/>
            </a:avLst>
          </a:prstGeom>
          <a:pattFill prst="pct80">
            <a:fgClr>
              <a:schemeClr val="accent3"/>
            </a:fgClr>
            <a:bgClr>
              <a:schemeClr val="bg1"/>
            </a:bgClr>
          </a:patt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JUN</a:t>
            </a:r>
          </a:p>
        </p:txBody>
      </p:sp>
      <p:sp>
        <p:nvSpPr>
          <p:cNvPr id="49" name="Google Shape;366;p37">
            <a:extLst>
              <a:ext uri="{FF2B5EF4-FFF2-40B4-BE49-F238E27FC236}">
                <a16:creationId xmlns:a16="http://schemas.microsoft.com/office/drawing/2014/main" id="{699A9E62-FF1A-3582-CCF4-3A84C874CA0C}"/>
              </a:ext>
            </a:extLst>
          </p:cNvPr>
          <p:cNvSpPr/>
          <p:nvPr/>
        </p:nvSpPr>
        <p:spPr>
          <a:xfrm>
            <a:off x="3114619" y="3591150"/>
            <a:ext cx="822900" cy="393600"/>
          </a:xfrm>
          <a:prstGeom prst="homePlate">
            <a:avLst>
              <a:gd name="adj" fmla="val 32030"/>
            </a:avLst>
          </a:prstGeom>
          <a:pattFill prst="pct80">
            <a:fgClr>
              <a:schemeClr val="accent3"/>
            </a:fgClr>
            <a:bgClr>
              <a:schemeClr val="bg1"/>
            </a:bgClr>
          </a:patt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MAY</a:t>
            </a:r>
          </a:p>
        </p:txBody>
      </p:sp>
      <p:sp>
        <p:nvSpPr>
          <p:cNvPr id="50" name="Google Shape;367;p37">
            <a:extLst>
              <a:ext uri="{FF2B5EF4-FFF2-40B4-BE49-F238E27FC236}">
                <a16:creationId xmlns:a16="http://schemas.microsoft.com/office/drawing/2014/main" id="{32A0B6BE-5D22-3359-13A9-FC8983391DFA}"/>
              </a:ext>
            </a:extLst>
          </p:cNvPr>
          <p:cNvSpPr/>
          <p:nvPr/>
        </p:nvSpPr>
        <p:spPr>
          <a:xfrm>
            <a:off x="2454535" y="3591150"/>
            <a:ext cx="822900" cy="393600"/>
          </a:xfrm>
          <a:prstGeom prst="homePlate">
            <a:avLst>
              <a:gd name="adj" fmla="val 32030"/>
            </a:avLst>
          </a:prstGeom>
          <a:pattFill prst="pct80">
            <a:fgClr>
              <a:schemeClr val="accent3"/>
            </a:fgClr>
            <a:bgClr>
              <a:schemeClr val="bg1"/>
            </a:bgClr>
          </a:patt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APR</a:t>
            </a:r>
          </a:p>
        </p:txBody>
      </p:sp>
      <p:sp>
        <p:nvSpPr>
          <p:cNvPr id="51" name="Google Shape;368;p37">
            <a:extLst>
              <a:ext uri="{FF2B5EF4-FFF2-40B4-BE49-F238E27FC236}">
                <a16:creationId xmlns:a16="http://schemas.microsoft.com/office/drawing/2014/main" id="{1C91D2C2-D987-88D4-EB1C-5D9C3BFF7233}"/>
              </a:ext>
            </a:extLst>
          </p:cNvPr>
          <p:cNvSpPr/>
          <p:nvPr/>
        </p:nvSpPr>
        <p:spPr>
          <a:xfrm>
            <a:off x="1794451" y="3591150"/>
            <a:ext cx="822900" cy="393600"/>
          </a:xfrm>
          <a:prstGeom prst="homePlate">
            <a:avLst>
              <a:gd name="adj" fmla="val 32030"/>
            </a:avLst>
          </a:prstGeom>
          <a:pattFill prst="pct80">
            <a:fgClr>
              <a:schemeClr val="accent3"/>
            </a:fgClr>
            <a:bgClr>
              <a:schemeClr val="bg1"/>
            </a:bgClr>
          </a:patt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MAR</a:t>
            </a:r>
          </a:p>
        </p:txBody>
      </p:sp>
      <p:sp>
        <p:nvSpPr>
          <p:cNvPr id="52" name="Google Shape;369;p37">
            <a:extLst>
              <a:ext uri="{FF2B5EF4-FFF2-40B4-BE49-F238E27FC236}">
                <a16:creationId xmlns:a16="http://schemas.microsoft.com/office/drawing/2014/main" id="{2E2CF520-1880-1555-916F-31ED13839813}"/>
              </a:ext>
            </a:extLst>
          </p:cNvPr>
          <p:cNvSpPr/>
          <p:nvPr/>
        </p:nvSpPr>
        <p:spPr>
          <a:xfrm>
            <a:off x="1134367" y="35911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FEB</a:t>
            </a:r>
          </a:p>
        </p:txBody>
      </p:sp>
      <p:sp>
        <p:nvSpPr>
          <p:cNvPr id="53" name="Google Shape;370;p37">
            <a:extLst>
              <a:ext uri="{FF2B5EF4-FFF2-40B4-BE49-F238E27FC236}">
                <a16:creationId xmlns:a16="http://schemas.microsoft.com/office/drawing/2014/main" id="{F595068E-1BD8-D84A-7CDF-F4F25C00938A}"/>
              </a:ext>
            </a:extLst>
          </p:cNvPr>
          <p:cNvSpPr/>
          <p:nvPr/>
        </p:nvSpPr>
        <p:spPr>
          <a:xfrm>
            <a:off x="474283" y="35911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JAN</a:t>
            </a:r>
          </a:p>
        </p:txBody>
      </p:sp>
      <p:sp>
        <p:nvSpPr>
          <p:cNvPr id="54" name="Google Shape;371;p37">
            <a:extLst>
              <a:ext uri="{FF2B5EF4-FFF2-40B4-BE49-F238E27FC236}">
                <a16:creationId xmlns:a16="http://schemas.microsoft.com/office/drawing/2014/main" id="{BE5DBB03-76F2-F82E-1260-981503BA0D2A}"/>
              </a:ext>
            </a:extLst>
          </p:cNvPr>
          <p:cNvSpPr/>
          <p:nvPr/>
        </p:nvSpPr>
        <p:spPr>
          <a:xfrm>
            <a:off x="0" y="359115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1"/>
                </a:solidFill>
                <a:latin typeface="Karla" pitchFamily="2" charset="0"/>
              </a:rPr>
              <a:t>2026</a:t>
            </a:r>
          </a:p>
        </p:txBody>
      </p:sp>
      <p:cxnSp>
        <p:nvCxnSpPr>
          <p:cNvPr id="57" name="Google Shape;374;p37">
            <a:extLst>
              <a:ext uri="{FF2B5EF4-FFF2-40B4-BE49-F238E27FC236}">
                <a16:creationId xmlns:a16="http://schemas.microsoft.com/office/drawing/2014/main" id="{C029ECF7-EEC6-469C-0219-69D7693C74EA}"/>
              </a:ext>
            </a:extLst>
          </p:cNvPr>
          <p:cNvCxnSpPr/>
          <p:nvPr/>
        </p:nvCxnSpPr>
        <p:spPr>
          <a:xfrm rot="10800000">
            <a:off x="1440000" y="332838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375;p37">
            <a:extLst>
              <a:ext uri="{FF2B5EF4-FFF2-40B4-BE49-F238E27FC236}">
                <a16:creationId xmlns:a16="http://schemas.microsoft.com/office/drawing/2014/main" id="{D4624BE9-87D5-23B2-6DF7-E10BBE49900A}"/>
              </a:ext>
            </a:extLst>
          </p:cNvPr>
          <p:cNvSpPr txBox="1"/>
          <p:nvPr/>
        </p:nvSpPr>
        <p:spPr>
          <a:xfrm>
            <a:off x="1368000" y="277398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24 : Fin congé maternité</a:t>
            </a:r>
          </a:p>
        </p:txBody>
      </p:sp>
      <p:cxnSp>
        <p:nvCxnSpPr>
          <p:cNvPr id="61" name="Google Shape;378;p37">
            <a:extLst>
              <a:ext uri="{FF2B5EF4-FFF2-40B4-BE49-F238E27FC236}">
                <a16:creationId xmlns:a16="http://schemas.microsoft.com/office/drawing/2014/main" id="{F8C5ABB3-DF26-726F-9997-F34F556C05FD}"/>
              </a:ext>
            </a:extLst>
          </p:cNvPr>
          <p:cNvCxnSpPr/>
          <p:nvPr/>
        </p:nvCxnSpPr>
        <p:spPr>
          <a:xfrm rot="10800000">
            <a:off x="5403600" y="3327731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2" name="Google Shape;379;p37">
            <a:extLst>
              <a:ext uri="{FF2B5EF4-FFF2-40B4-BE49-F238E27FC236}">
                <a16:creationId xmlns:a16="http://schemas.microsoft.com/office/drawing/2014/main" id="{524329E2-20CE-F6A2-B51C-56E14C23771B}"/>
              </a:ext>
            </a:extLst>
          </p:cNvPr>
          <p:cNvSpPr txBox="1"/>
          <p:nvPr/>
        </p:nvSpPr>
        <p:spPr>
          <a:xfrm>
            <a:off x="5360400" y="27720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Déploiement du site</a:t>
            </a:r>
          </a:p>
        </p:txBody>
      </p:sp>
      <p:cxnSp>
        <p:nvCxnSpPr>
          <p:cNvPr id="63" name="Google Shape;380;p37">
            <a:extLst>
              <a:ext uri="{FF2B5EF4-FFF2-40B4-BE49-F238E27FC236}">
                <a16:creationId xmlns:a16="http://schemas.microsoft.com/office/drawing/2014/main" id="{92FA2FC0-DE50-B1B6-F5B4-ACF596810C89}"/>
              </a:ext>
            </a:extLst>
          </p:cNvPr>
          <p:cNvCxnSpPr/>
          <p:nvPr/>
        </p:nvCxnSpPr>
        <p:spPr>
          <a:xfrm rot="10800000">
            <a:off x="4734000" y="396198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4" name="Google Shape;380;p37">
            <a:extLst>
              <a:ext uri="{FF2B5EF4-FFF2-40B4-BE49-F238E27FC236}">
                <a16:creationId xmlns:a16="http://schemas.microsoft.com/office/drawing/2014/main" id="{5A42DF26-5C13-20A7-BDB5-89FB6B29FCA6}"/>
              </a:ext>
            </a:extLst>
          </p:cNvPr>
          <p:cNvCxnSpPr/>
          <p:nvPr/>
        </p:nvCxnSpPr>
        <p:spPr>
          <a:xfrm rot="10800000">
            <a:off x="2091600" y="396198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6" name="Google Shape;374;p37">
            <a:extLst>
              <a:ext uri="{FF2B5EF4-FFF2-40B4-BE49-F238E27FC236}">
                <a16:creationId xmlns:a16="http://schemas.microsoft.com/office/drawing/2014/main" id="{DE2612ED-5744-976A-A94C-9C6A96533D0A}"/>
              </a:ext>
            </a:extLst>
          </p:cNvPr>
          <p:cNvCxnSpPr/>
          <p:nvPr/>
        </p:nvCxnSpPr>
        <p:spPr>
          <a:xfrm rot="10800000">
            <a:off x="2761200" y="332838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" name="Google Shape;375;p37">
            <a:extLst>
              <a:ext uri="{FF2B5EF4-FFF2-40B4-BE49-F238E27FC236}">
                <a16:creationId xmlns:a16="http://schemas.microsoft.com/office/drawing/2014/main" id="{9108F2E0-24C7-F5D1-0E04-C59E5A1C24F3}"/>
              </a:ext>
            </a:extLst>
          </p:cNvPr>
          <p:cNvSpPr txBox="1"/>
          <p:nvPr/>
        </p:nvSpPr>
        <p:spPr>
          <a:xfrm>
            <a:off x="2700000" y="277398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Reprise développement</a:t>
            </a:r>
          </a:p>
        </p:txBody>
      </p:sp>
      <p:sp>
        <p:nvSpPr>
          <p:cNvPr id="22" name="Google Shape;381;p37">
            <a:extLst>
              <a:ext uri="{FF2B5EF4-FFF2-40B4-BE49-F238E27FC236}">
                <a16:creationId xmlns:a16="http://schemas.microsoft.com/office/drawing/2014/main" id="{09367556-2F2B-1259-B2FB-589DBD5B7D6C}"/>
              </a:ext>
            </a:extLst>
          </p:cNvPr>
          <p:cNvSpPr txBox="1"/>
          <p:nvPr/>
        </p:nvSpPr>
        <p:spPr>
          <a:xfrm>
            <a:off x="6019200" y="4273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03 – 04 : Présentation projet </a:t>
            </a:r>
          </a:p>
        </p:txBody>
      </p:sp>
      <p:cxnSp>
        <p:nvCxnSpPr>
          <p:cNvPr id="23" name="Google Shape;380;p37">
            <a:extLst>
              <a:ext uri="{FF2B5EF4-FFF2-40B4-BE49-F238E27FC236}">
                <a16:creationId xmlns:a16="http://schemas.microsoft.com/office/drawing/2014/main" id="{702D47BA-33AC-34E2-BB8D-56247F5CFFE3}"/>
              </a:ext>
            </a:extLst>
          </p:cNvPr>
          <p:cNvCxnSpPr/>
          <p:nvPr/>
        </p:nvCxnSpPr>
        <p:spPr>
          <a:xfrm rot="10800000">
            <a:off x="6055200" y="396360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71359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2FA7DD6A-B747-5D20-BD09-69CED0C1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>
            <a:extLst>
              <a:ext uri="{FF2B5EF4-FFF2-40B4-BE49-F238E27FC236}">
                <a16:creationId xmlns:a16="http://schemas.microsoft.com/office/drawing/2014/main" id="{F1D50425-1F48-0455-C281-C31130CC4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Gantt chart</a:t>
            </a:r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D08C815F-D932-8D15-0187-A157605BB0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8</a:t>
            </a:fld>
            <a:endParaRPr lang="fr-FR" noProof="0"/>
          </a:p>
        </p:txBody>
      </p:sp>
      <p:graphicFrame>
        <p:nvGraphicFramePr>
          <p:cNvPr id="434" name="Google Shape;434;p39">
            <a:extLst>
              <a:ext uri="{FF2B5EF4-FFF2-40B4-BE49-F238E27FC236}">
                <a16:creationId xmlns:a16="http://schemas.microsoft.com/office/drawing/2014/main" id="{257D854F-65B1-CA0C-6CD8-EA92BDC599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8971535"/>
              </p:ext>
            </p:extLst>
          </p:nvPr>
        </p:nvGraphicFramePr>
        <p:xfrm>
          <a:off x="886775" y="1412081"/>
          <a:ext cx="7888362" cy="2573665"/>
        </p:xfrm>
        <a:graphic>
          <a:graphicData uri="http://schemas.openxmlformats.org/drawingml/2006/table">
            <a:tbl>
              <a:tblPr>
                <a:noFill/>
                <a:tableStyleId>{9698151E-0C3A-494B-B26B-37D62C383CFE}</a:tableStyleId>
              </a:tblPr>
              <a:tblGrid>
                <a:gridCol w="104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1626774499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3013877511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1735317332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907709023"/>
                    </a:ext>
                  </a:extLst>
                </a:gridCol>
                <a:gridCol w="359996">
                  <a:extLst>
                    <a:ext uri="{9D8B030D-6E8A-4147-A177-3AD203B41FA5}">
                      <a16:colId xmlns:a16="http://schemas.microsoft.com/office/drawing/2014/main" val="2519625156"/>
                    </a:ext>
                  </a:extLst>
                </a:gridCol>
              </a:tblGrid>
              <a:tr h="31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10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1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2025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1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2026</a:t>
                      </a: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Mars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Avril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Mai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Juin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Juil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Aoüt</a:t>
                      </a:r>
                      <a:endParaRPr lang="fr-FR" sz="800" noProof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Sept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Oct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Nov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Dec</a:t>
                      </a:r>
                      <a:endParaRPr lang="fr-FR" sz="800" noProof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Jan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Fev</a:t>
                      </a:r>
                      <a:endParaRPr lang="fr-FR" sz="800" noProof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Mars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Avril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Mai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Juin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Juil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Août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Sept</a:t>
                      </a:r>
                    </a:p>
                  </a:txBody>
                  <a:tcPr marL="36000" marR="36000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RAFFAITIN Romain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SEGERS </a:t>
                      </a:r>
                      <a:r>
                        <a:rPr lang="fr-FR" sz="800" noProof="0" err="1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Alcess</a:t>
                      </a:r>
                      <a:endParaRPr lang="fr-FR" sz="800" noProof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 TRUNG Thang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TIERTANT Alice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fr-FR" sz="800" noProof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79289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Légende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Présent</a:t>
                      </a: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pattFill prst="wd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Présent mais ne travaille pas ou peu sur le projet</a:t>
                      </a: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Absent du projet</a:t>
                      </a: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32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471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body" idx="1"/>
          </p:nvPr>
        </p:nvSpPr>
        <p:spPr>
          <a:xfrm>
            <a:off x="1833775" y="2314200"/>
            <a:ext cx="5476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 err="1"/>
              <a:t>Quotations</a:t>
            </a:r>
            <a:r>
              <a:rPr lang="fr-FR" noProof="0"/>
              <a:t> are </a:t>
            </a:r>
            <a:r>
              <a:rPr lang="fr-FR" noProof="0" err="1"/>
              <a:t>commonly</a:t>
            </a:r>
            <a:r>
              <a:rPr lang="fr-FR" noProof="0"/>
              <a:t> </a:t>
            </a:r>
            <a:r>
              <a:rPr lang="fr-FR" noProof="0" err="1"/>
              <a:t>printed</a:t>
            </a:r>
            <a:r>
              <a:rPr lang="fr-FR" noProof="0"/>
              <a:t> as a </a:t>
            </a:r>
            <a:r>
              <a:rPr lang="fr-FR" noProof="0" err="1"/>
              <a:t>means</a:t>
            </a:r>
            <a:r>
              <a:rPr lang="fr-FR" noProof="0"/>
              <a:t> of inspiration and to </a:t>
            </a:r>
            <a:r>
              <a:rPr lang="fr-FR" noProof="0" err="1"/>
              <a:t>invoke</a:t>
            </a:r>
            <a:r>
              <a:rPr lang="fr-FR" noProof="0"/>
              <a:t> </a:t>
            </a:r>
            <a:r>
              <a:rPr lang="fr-FR" noProof="0" err="1"/>
              <a:t>philosophical</a:t>
            </a:r>
            <a:r>
              <a:rPr lang="fr-FR" noProof="0"/>
              <a:t> </a:t>
            </a:r>
            <a:r>
              <a:rPr lang="fr-FR" noProof="0" err="1"/>
              <a:t>thoughts</a:t>
            </a:r>
            <a:r>
              <a:rPr lang="fr-FR" noProof="0"/>
              <a:t> </a:t>
            </a:r>
            <a:r>
              <a:rPr lang="fr-FR" noProof="0" err="1"/>
              <a:t>from</a:t>
            </a:r>
            <a:r>
              <a:rPr lang="fr-FR" noProof="0"/>
              <a:t> the </a:t>
            </a:r>
            <a:r>
              <a:rPr lang="fr-FR" noProof="0" err="1"/>
              <a:t>reader</a:t>
            </a:r>
            <a:r>
              <a:rPr lang="fr-FR" noProof="0"/>
              <a:t>.</a:t>
            </a: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9</a:t>
            </a:fld>
            <a:endParaRPr lang="fr-FR" noProof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This </a:t>
            </a:r>
            <a:r>
              <a:rPr lang="fr-FR" noProof="0" err="1"/>
              <a:t>is</a:t>
            </a:r>
            <a:r>
              <a:rPr lang="fr-FR" noProof="0"/>
              <a:t> a slide </a:t>
            </a:r>
            <a:r>
              <a:rPr lang="fr-FR" noProof="0" err="1"/>
              <a:t>title</a:t>
            </a:r>
            <a:endParaRPr lang="fr-FR" noProof="0"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1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◆"/>
            </a:pPr>
            <a:r>
              <a:rPr lang="fr-FR" noProof="0" err="1"/>
              <a:t>Here</a:t>
            </a:r>
            <a:r>
              <a:rPr lang="fr-FR" noProof="0"/>
              <a:t> </a:t>
            </a:r>
            <a:r>
              <a:rPr lang="fr-FR" noProof="0" err="1"/>
              <a:t>you</a:t>
            </a:r>
            <a:r>
              <a:rPr lang="fr-FR" noProof="0"/>
              <a:t> have a </a:t>
            </a:r>
            <a:r>
              <a:rPr lang="fr-FR" noProof="0" err="1"/>
              <a:t>list</a:t>
            </a:r>
            <a:r>
              <a:rPr lang="fr-FR" noProof="0"/>
              <a:t> of items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◆"/>
            </a:pPr>
            <a:r>
              <a:rPr lang="fr-FR" noProof="0"/>
              <a:t>And </a:t>
            </a:r>
            <a:r>
              <a:rPr lang="fr-FR" noProof="0" err="1"/>
              <a:t>some</a:t>
            </a:r>
            <a:r>
              <a:rPr lang="fr-FR" noProof="0"/>
              <a:t> </a:t>
            </a:r>
            <a:r>
              <a:rPr lang="fr-FR" noProof="0" err="1"/>
              <a:t>text</a:t>
            </a:r>
            <a:endParaRPr lang="fr-FR" noProof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◆"/>
            </a:pPr>
            <a:r>
              <a:rPr lang="fr-FR" noProof="0"/>
              <a:t>But </a:t>
            </a:r>
            <a:r>
              <a:rPr lang="fr-FR" noProof="0" err="1"/>
              <a:t>remember</a:t>
            </a:r>
            <a:r>
              <a:rPr lang="fr-FR" noProof="0"/>
              <a:t> not to </a:t>
            </a:r>
            <a:r>
              <a:rPr lang="fr-FR" noProof="0" err="1"/>
              <a:t>overload</a:t>
            </a:r>
            <a:r>
              <a:rPr lang="fr-FR" noProof="0"/>
              <a:t> </a:t>
            </a:r>
            <a:r>
              <a:rPr lang="fr-FR" noProof="0" err="1"/>
              <a:t>your</a:t>
            </a:r>
            <a:r>
              <a:rPr lang="fr-FR" noProof="0"/>
              <a:t> slides </a:t>
            </a:r>
            <a:r>
              <a:rPr lang="fr-FR" noProof="0" err="1"/>
              <a:t>with</a:t>
            </a:r>
            <a:r>
              <a:rPr lang="fr-FR" noProof="0"/>
              <a:t> content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 err="1"/>
              <a:t>Your</a:t>
            </a:r>
            <a:r>
              <a:rPr lang="fr-FR" noProof="0"/>
              <a:t> audience </a:t>
            </a:r>
            <a:r>
              <a:rPr lang="fr-FR" noProof="0" err="1"/>
              <a:t>will</a:t>
            </a:r>
            <a:r>
              <a:rPr lang="fr-FR" noProof="0"/>
              <a:t> </a:t>
            </a:r>
            <a:r>
              <a:rPr lang="fr-FR" noProof="0" err="1"/>
              <a:t>listen</a:t>
            </a:r>
            <a:r>
              <a:rPr lang="fr-FR" noProof="0"/>
              <a:t> to </a:t>
            </a:r>
            <a:r>
              <a:rPr lang="fr-FR" noProof="0" err="1"/>
              <a:t>you</a:t>
            </a:r>
            <a:r>
              <a:rPr lang="fr-FR" noProof="0"/>
              <a:t> or </a:t>
            </a:r>
            <a:r>
              <a:rPr lang="fr-FR" noProof="0" err="1"/>
              <a:t>read</a:t>
            </a:r>
            <a:r>
              <a:rPr lang="fr-FR" noProof="0"/>
              <a:t> the content, but </a:t>
            </a:r>
            <a:r>
              <a:rPr lang="fr-FR" noProof="0" err="1"/>
              <a:t>won’t</a:t>
            </a:r>
            <a:r>
              <a:rPr lang="fr-FR" noProof="0"/>
              <a:t> do </a:t>
            </a:r>
            <a:r>
              <a:rPr lang="fr-FR" noProof="0" err="1"/>
              <a:t>both</a:t>
            </a:r>
            <a:r>
              <a:rPr lang="fr-FR" noProof="0"/>
              <a:t>. </a:t>
            </a:r>
          </a:p>
        </p:txBody>
      </p:sp>
      <p:sp>
        <p:nvSpPr>
          <p:cNvPr id="139" name="Google Shape;139;p16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10</a:t>
            </a:fld>
            <a:endParaRPr lang="fr-FR" noProof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ctrTitle" idx="4294967295"/>
          </p:nvPr>
        </p:nvSpPr>
        <p:spPr>
          <a:xfrm>
            <a:off x="685800" y="22691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noProof="0">
                <a:solidFill>
                  <a:srgbClr val="ABE33F"/>
                </a:solidFill>
              </a:rPr>
              <a:t>Big concept</a:t>
            </a:r>
          </a:p>
        </p:txBody>
      </p:sp>
      <p:sp>
        <p:nvSpPr>
          <p:cNvPr id="145" name="Google Shape;145;p17"/>
          <p:cNvSpPr txBox="1">
            <a:spLocks noGrp="1"/>
          </p:cNvSpPr>
          <p:nvPr>
            <p:ph type="subTitle" idx="4294967295"/>
          </p:nvPr>
        </p:nvSpPr>
        <p:spPr>
          <a:xfrm>
            <a:off x="685800" y="3335350"/>
            <a:ext cx="59910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/>
              <a:t>Bring the attention of </a:t>
            </a:r>
            <a:r>
              <a:rPr lang="fr-FR" noProof="0" err="1"/>
              <a:t>your</a:t>
            </a:r>
            <a:r>
              <a:rPr lang="fr-FR" noProof="0"/>
              <a:t> audience over a key concept </a:t>
            </a:r>
            <a:r>
              <a:rPr lang="fr-FR" noProof="0" err="1"/>
              <a:t>using</a:t>
            </a:r>
            <a:r>
              <a:rPr lang="fr-FR" noProof="0"/>
              <a:t> </a:t>
            </a:r>
            <a:r>
              <a:rPr lang="fr-FR" noProof="0" err="1"/>
              <a:t>icons</a:t>
            </a:r>
            <a:r>
              <a:rPr lang="fr-FR" noProof="0"/>
              <a:t> or illustrations</a:t>
            </a:r>
          </a:p>
        </p:txBody>
      </p:sp>
      <p:sp>
        <p:nvSpPr>
          <p:cNvPr id="146" name="Google Shape;146;p17"/>
          <p:cNvSpPr/>
          <p:nvPr/>
        </p:nvSpPr>
        <p:spPr>
          <a:xfrm>
            <a:off x="4874250" y="-17350"/>
            <a:ext cx="4290325" cy="3789650"/>
          </a:xfrm>
          <a:custGeom>
            <a:avLst/>
            <a:gdLst/>
            <a:ahLst/>
            <a:cxnLst/>
            <a:rect l="l" t="t" r="r" b="b"/>
            <a:pathLst>
              <a:path w="171613" h="151586" extrusionOk="0">
                <a:moveTo>
                  <a:pt x="0" y="694"/>
                </a:moveTo>
                <a:lnTo>
                  <a:pt x="171613" y="0"/>
                </a:lnTo>
                <a:lnTo>
                  <a:pt x="170790" y="151586"/>
                </a:lnTo>
                <a:lnTo>
                  <a:pt x="46492" y="123154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47" name="Google Shape;147;p17"/>
          <p:cNvSpPr/>
          <p:nvPr/>
        </p:nvSpPr>
        <p:spPr>
          <a:xfrm rot="10286814">
            <a:off x="6499116" y="1416524"/>
            <a:ext cx="177684" cy="16965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148" name="Google Shape;148;p17"/>
          <p:cNvGrpSpPr/>
          <p:nvPr/>
        </p:nvGrpSpPr>
        <p:grpSpPr>
          <a:xfrm>
            <a:off x="7885862" y="419338"/>
            <a:ext cx="899284" cy="899339"/>
            <a:chOff x="6654650" y="3665275"/>
            <a:chExt cx="409100" cy="409125"/>
          </a:xfrm>
        </p:grpSpPr>
        <p:sp>
          <p:nvSpPr>
            <p:cNvPr id="149" name="Google Shape;149;p17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151" name="Google Shape;151;p17"/>
          <p:cNvSpPr/>
          <p:nvPr/>
        </p:nvSpPr>
        <p:spPr>
          <a:xfrm>
            <a:off x="6192650" y="1898869"/>
            <a:ext cx="914124" cy="914076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152" name="Google Shape;152;p17"/>
          <p:cNvGrpSpPr/>
          <p:nvPr/>
        </p:nvGrpSpPr>
        <p:grpSpPr>
          <a:xfrm>
            <a:off x="6931317" y="1443562"/>
            <a:ext cx="671511" cy="671549"/>
            <a:chOff x="570875" y="4322250"/>
            <a:chExt cx="443300" cy="443325"/>
          </a:xfrm>
        </p:grpSpPr>
        <p:sp>
          <p:nvSpPr>
            <p:cNvPr id="153" name="Google Shape;153;p17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157" name="Google Shape;157;p17"/>
          <p:cNvSpPr/>
          <p:nvPr/>
        </p:nvSpPr>
        <p:spPr>
          <a:xfrm rot="-1627561">
            <a:off x="7434266" y="487482"/>
            <a:ext cx="280162" cy="26750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158" name="Google Shape;158;p17"/>
          <p:cNvSpPr/>
          <p:nvPr/>
        </p:nvSpPr>
        <p:spPr>
          <a:xfrm rot="1504353">
            <a:off x="7841214" y="2080539"/>
            <a:ext cx="280176" cy="26752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159" name="Google Shape;159;p17"/>
          <p:cNvSpPr/>
          <p:nvPr/>
        </p:nvSpPr>
        <p:spPr>
          <a:xfrm rot="1973882">
            <a:off x="8121371" y="1454163"/>
            <a:ext cx="192944" cy="18422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11</a:t>
            </a:fld>
            <a:endParaRPr lang="fr-FR" noProof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904925" y="1495850"/>
            <a:ext cx="35601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White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/>
              <a:t>Is the </a:t>
            </a:r>
            <a:r>
              <a:rPr lang="fr-FR" noProof="0" err="1"/>
              <a:t>color</a:t>
            </a:r>
            <a:r>
              <a:rPr lang="fr-FR" noProof="0"/>
              <a:t> of </a:t>
            </a:r>
            <a:r>
              <a:rPr lang="fr-FR" noProof="0" err="1"/>
              <a:t>milk</a:t>
            </a:r>
            <a:r>
              <a:rPr lang="fr-FR" noProof="0"/>
              <a:t> and </a:t>
            </a:r>
            <a:r>
              <a:rPr lang="fr-FR" noProof="0" err="1"/>
              <a:t>fresh</a:t>
            </a:r>
            <a:r>
              <a:rPr lang="fr-FR" noProof="0"/>
              <a:t> </a:t>
            </a:r>
            <a:r>
              <a:rPr lang="fr-FR" noProof="0" err="1"/>
              <a:t>snow</a:t>
            </a:r>
            <a:r>
              <a:rPr lang="fr-FR" noProof="0"/>
              <a:t>, the </a:t>
            </a:r>
            <a:r>
              <a:rPr lang="fr-FR" noProof="0" err="1"/>
              <a:t>color</a:t>
            </a:r>
            <a:r>
              <a:rPr lang="fr-FR" noProof="0"/>
              <a:t> </a:t>
            </a:r>
            <a:r>
              <a:rPr lang="fr-FR" noProof="0" err="1"/>
              <a:t>produced</a:t>
            </a:r>
            <a:r>
              <a:rPr lang="fr-FR" noProof="0"/>
              <a:t> by the combination of all the </a:t>
            </a:r>
            <a:r>
              <a:rPr lang="fr-FR" noProof="0" err="1"/>
              <a:t>colors</a:t>
            </a:r>
            <a:r>
              <a:rPr lang="fr-FR" noProof="0"/>
              <a:t> of the visible </a:t>
            </a:r>
            <a:r>
              <a:rPr lang="fr-FR" noProof="0" err="1"/>
              <a:t>spectrum</a:t>
            </a:r>
            <a:r>
              <a:rPr lang="fr-FR" noProof="0"/>
              <a:t>.</a:t>
            </a:r>
          </a:p>
        </p:txBody>
      </p:sp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You can </a:t>
            </a:r>
            <a:r>
              <a:rPr lang="fr-FR" noProof="0" err="1"/>
              <a:t>also</a:t>
            </a:r>
            <a:r>
              <a:rPr lang="fr-FR" noProof="0"/>
              <a:t> split </a:t>
            </a:r>
            <a:r>
              <a:rPr lang="fr-FR" noProof="0" err="1"/>
              <a:t>your</a:t>
            </a:r>
            <a:r>
              <a:rPr lang="fr-FR" noProof="0"/>
              <a:t> content</a:t>
            </a:r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2"/>
          </p:nvPr>
        </p:nvSpPr>
        <p:spPr>
          <a:xfrm>
            <a:off x="4679180" y="1495850"/>
            <a:ext cx="35601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Black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/>
              <a:t>Is the </a:t>
            </a:r>
            <a:r>
              <a:rPr lang="fr-FR" noProof="0" err="1"/>
              <a:t>color</a:t>
            </a:r>
            <a:r>
              <a:rPr lang="fr-FR" noProof="0"/>
              <a:t> of </a:t>
            </a:r>
            <a:r>
              <a:rPr lang="fr-FR" noProof="0" err="1"/>
              <a:t>ebony</a:t>
            </a:r>
            <a:r>
              <a:rPr lang="fr-FR" noProof="0"/>
              <a:t> and of </a:t>
            </a:r>
            <a:r>
              <a:rPr lang="fr-FR" noProof="0" err="1"/>
              <a:t>outer</a:t>
            </a:r>
            <a:r>
              <a:rPr lang="fr-FR" noProof="0"/>
              <a:t> </a:t>
            </a:r>
            <a:r>
              <a:rPr lang="fr-FR" noProof="0" err="1"/>
              <a:t>space</a:t>
            </a:r>
            <a:r>
              <a:rPr lang="fr-FR" noProof="0"/>
              <a:t>. It has been the </a:t>
            </a:r>
            <a:r>
              <a:rPr lang="fr-FR" noProof="0" err="1"/>
              <a:t>symbolic</a:t>
            </a:r>
            <a:r>
              <a:rPr lang="fr-FR" noProof="0"/>
              <a:t> </a:t>
            </a:r>
            <a:r>
              <a:rPr lang="fr-FR" noProof="0" err="1"/>
              <a:t>color</a:t>
            </a:r>
            <a:r>
              <a:rPr lang="fr-FR" noProof="0"/>
              <a:t> of </a:t>
            </a:r>
            <a:r>
              <a:rPr lang="fr-FR" noProof="0" err="1"/>
              <a:t>elegance</a:t>
            </a:r>
            <a:r>
              <a:rPr lang="fr-FR" noProof="0"/>
              <a:t>, </a:t>
            </a:r>
            <a:r>
              <a:rPr lang="fr-FR" noProof="0" err="1"/>
              <a:t>solemnity</a:t>
            </a:r>
            <a:r>
              <a:rPr lang="fr-FR" noProof="0"/>
              <a:t> and </a:t>
            </a:r>
            <a:r>
              <a:rPr lang="fr-FR" noProof="0" err="1"/>
              <a:t>authority</a:t>
            </a:r>
            <a:r>
              <a:rPr lang="fr-FR" noProof="0"/>
              <a:t>.</a:t>
            </a:r>
          </a:p>
        </p:txBody>
      </p:sp>
      <p:sp>
        <p:nvSpPr>
          <p:cNvPr id="168" name="Google Shape;168;p1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12</a:t>
            </a:fld>
            <a:endParaRPr lang="fr-FR" noProof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In </a:t>
            </a:r>
            <a:r>
              <a:rPr lang="fr-FR" noProof="0" err="1"/>
              <a:t>two</a:t>
            </a:r>
            <a:r>
              <a:rPr lang="fr-FR" noProof="0"/>
              <a:t> or </a:t>
            </a:r>
            <a:r>
              <a:rPr lang="fr-FR" noProof="0" err="1"/>
              <a:t>three</a:t>
            </a:r>
            <a:r>
              <a:rPr lang="fr-FR" noProof="0"/>
              <a:t> </a:t>
            </a:r>
            <a:r>
              <a:rPr lang="fr-FR" noProof="0" err="1"/>
              <a:t>columns</a:t>
            </a:r>
            <a:endParaRPr lang="fr-FR" noProof="0"/>
          </a:p>
        </p:txBody>
      </p:sp>
      <p:sp>
        <p:nvSpPr>
          <p:cNvPr id="174" name="Google Shape;174;p19"/>
          <p:cNvSpPr txBox="1">
            <a:spLocks noGrp="1"/>
          </p:cNvSpPr>
          <p:nvPr>
            <p:ph type="body" idx="1"/>
          </p:nvPr>
        </p:nvSpPr>
        <p:spPr>
          <a:xfrm>
            <a:off x="870750" y="1972925"/>
            <a:ext cx="2365200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Yellow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/>
              <a:t>Is the </a:t>
            </a:r>
            <a:r>
              <a:rPr lang="fr-FR" noProof="0" err="1"/>
              <a:t>color</a:t>
            </a:r>
            <a:r>
              <a:rPr lang="fr-FR" noProof="0"/>
              <a:t> of gold, butter and ripe </a:t>
            </a:r>
            <a:r>
              <a:rPr lang="fr-FR" noProof="0" err="1"/>
              <a:t>lemons</a:t>
            </a:r>
            <a:r>
              <a:rPr lang="fr-FR" noProof="0"/>
              <a:t>. In the </a:t>
            </a:r>
            <a:r>
              <a:rPr lang="fr-FR" noProof="0" err="1"/>
              <a:t>spectrum</a:t>
            </a:r>
            <a:r>
              <a:rPr lang="fr-FR" noProof="0"/>
              <a:t> of visible light, </a:t>
            </a:r>
            <a:r>
              <a:rPr lang="fr-FR" noProof="0" err="1"/>
              <a:t>yellow</a:t>
            </a:r>
            <a:r>
              <a:rPr lang="fr-FR" noProof="0"/>
              <a:t> </a:t>
            </a:r>
            <a:r>
              <a:rPr lang="fr-FR" noProof="0" err="1"/>
              <a:t>is</a:t>
            </a:r>
            <a:r>
              <a:rPr lang="fr-FR" noProof="0"/>
              <a:t> </a:t>
            </a:r>
            <a:r>
              <a:rPr lang="fr-FR" noProof="0" err="1"/>
              <a:t>found</a:t>
            </a:r>
            <a:r>
              <a:rPr lang="fr-FR" noProof="0"/>
              <a:t> </a:t>
            </a:r>
            <a:r>
              <a:rPr lang="fr-FR" noProof="0" err="1"/>
              <a:t>between</a:t>
            </a:r>
            <a:r>
              <a:rPr lang="fr-FR" noProof="0"/>
              <a:t> green and orange.</a:t>
            </a:r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2"/>
          </p:nvPr>
        </p:nvSpPr>
        <p:spPr>
          <a:xfrm>
            <a:off x="3357262" y="1972925"/>
            <a:ext cx="2365200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Blue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/>
              <a:t>Is the </a:t>
            </a:r>
            <a:r>
              <a:rPr lang="fr-FR" noProof="0" err="1"/>
              <a:t>colour</a:t>
            </a:r>
            <a:r>
              <a:rPr lang="fr-FR" noProof="0"/>
              <a:t> of the </a:t>
            </a:r>
            <a:r>
              <a:rPr lang="fr-FR" noProof="0" err="1"/>
              <a:t>clear</a:t>
            </a:r>
            <a:r>
              <a:rPr lang="fr-FR" noProof="0"/>
              <a:t> sky and the </a:t>
            </a:r>
            <a:r>
              <a:rPr lang="fr-FR" noProof="0" err="1"/>
              <a:t>deep</a:t>
            </a:r>
            <a:r>
              <a:rPr lang="fr-FR" noProof="0"/>
              <a:t> </a:t>
            </a:r>
            <a:r>
              <a:rPr lang="fr-FR" noProof="0" err="1"/>
              <a:t>sea</a:t>
            </a:r>
            <a:r>
              <a:rPr lang="fr-FR" noProof="0"/>
              <a:t>. It </a:t>
            </a:r>
            <a:r>
              <a:rPr lang="fr-FR" noProof="0" err="1"/>
              <a:t>is</a:t>
            </a:r>
            <a:r>
              <a:rPr lang="fr-FR" noProof="0"/>
              <a:t> </a:t>
            </a:r>
            <a:r>
              <a:rPr lang="fr-FR" noProof="0" err="1"/>
              <a:t>located</a:t>
            </a:r>
            <a:r>
              <a:rPr lang="fr-FR" noProof="0"/>
              <a:t> </a:t>
            </a:r>
            <a:r>
              <a:rPr lang="fr-FR" noProof="0" err="1"/>
              <a:t>between</a:t>
            </a:r>
            <a:r>
              <a:rPr lang="fr-FR" noProof="0"/>
              <a:t> violet and green on the </a:t>
            </a:r>
            <a:r>
              <a:rPr lang="fr-FR" noProof="0" err="1"/>
              <a:t>optical</a:t>
            </a:r>
            <a:r>
              <a:rPr lang="fr-FR" noProof="0"/>
              <a:t> </a:t>
            </a:r>
            <a:r>
              <a:rPr lang="fr-FR" noProof="0" err="1"/>
              <a:t>spectrum</a:t>
            </a:r>
            <a:r>
              <a:rPr lang="fr-FR" noProof="0"/>
              <a:t>.</a:t>
            </a:r>
          </a:p>
        </p:txBody>
      </p:sp>
      <p:sp>
        <p:nvSpPr>
          <p:cNvPr id="176" name="Google Shape;176;p19"/>
          <p:cNvSpPr txBox="1">
            <a:spLocks noGrp="1"/>
          </p:cNvSpPr>
          <p:nvPr>
            <p:ph type="body" idx="3"/>
          </p:nvPr>
        </p:nvSpPr>
        <p:spPr>
          <a:xfrm>
            <a:off x="5843775" y="1972925"/>
            <a:ext cx="2365200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Red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/>
              <a:t>Is the </a:t>
            </a:r>
            <a:r>
              <a:rPr lang="fr-FR" noProof="0" err="1"/>
              <a:t>color</a:t>
            </a:r>
            <a:r>
              <a:rPr lang="fr-FR" noProof="0"/>
              <a:t> of </a:t>
            </a:r>
            <a:r>
              <a:rPr lang="fr-FR" noProof="0" err="1"/>
              <a:t>blood</a:t>
            </a:r>
            <a:r>
              <a:rPr lang="fr-FR" noProof="0"/>
              <a:t>, and </a:t>
            </a:r>
            <a:r>
              <a:rPr lang="fr-FR" noProof="0" err="1"/>
              <a:t>because</a:t>
            </a:r>
            <a:r>
              <a:rPr lang="fr-FR" noProof="0"/>
              <a:t> of </a:t>
            </a:r>
            <a:r>
              <a:rPr lang="fr-FR" noProof="0" err="1"/>
              <a:t>this</a:t>
            </a:r>
            <a:r>
              <a:rPr lang="fr-FR" noProof="0"/>
              <a:t> </a:t>
            </a:r>
            <a:r>
              <a:rPr lang="fr-FR" noProof="0" err="1"/>
              <a:t>it</a:t>
            </a:r>
            <a:r>
              <a:rPr lang="fr-FR" noProof="0"/>
              <a:t> has </a:t>
            </a:r>
            <a:r>
              <a:rPr lang="fr-FR" noProof="0" err="1"/>
              <a:t>historically</a:t>
            </a:r>
            <a:r>
              <a:rPr lang="fr-FR" noProof="0"/>
              <a:t> been </a:t>
            </a:r>
            <a:r>
              <a:rPr lang="fr-FR" noProof="0" err="1"/>
              <a:t>associated</a:t>
            </a:r>
            <a:r>
              <a:rPr lang="fr-FR" noProof="0"/>
              <a:t> </a:t>
            </a:r>
            <a:r>
              <a:rPr lang="fr-FR" noProof="0" err="1"/>
              <a:t>with</a:t>
            </a:r>
            <a:r>
              <a:rPr lang="fr-FR" noProof="0"/>
              <a:t> sacrifice, danger and courage.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177" name="Google Shape;177;p19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13</a:t>
            </a:fld>
            <a:endParaRPr lang="fr-FR" noProof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A </a:t>
            </a:r>
            <a:r>
              <a:rPr lang="fr-FR" noProof="0" err="1"/>
              <a:t>picture</a:t>
            </a:r>
            <a:r>
              <a:rPr lang="fr-FR" noProof="0"/>
              <a:t> </a:t>
            </a:r>
            <a:r>
              <a:rPr lang="fr-FR" noProof="0" err="1"/>
              <a:t>is</a:t>
            </a:r>
            <a:r>
              <a:rPr lang="fr-FR" noProof="0"/>
              <a:t> </a:t>
            </a:r>
            <a:r>
              <a:rPr lang="fr-FR" noProof="0" err="1"/>
              <a:t>worth</a:t>
            </a:r>
            <a:r>
              <a:rPr lang="fr-FR" noProof="0"/>
              <a:t> a </a:t>
            </a:r>
            <a:r>
              <a:rPr lang="fr-FR" noProof="0" err="1"/>
              <a:t>thousand</a:t>
            </a:r>
            <a:r>
              <a:rPr lang="fr-FR" noProof="0"/>
              <a:t> </a:t>
            </a:r>
            <a:r>
              <a:rPr lang="fr-FR" noProof="0" err="1"/>
              <a:t>words</a:t>
            </a:r>
            <a:endParaRPr lang="fr-FR" noProof="0"/>
          </a:p>
        </p:txBody>
      </p:sp>
      <p:sp>
        <p:nvSpPr>
          <p:cNvPr id="183" name="Google Shape;183;p20"/>
          <p:cNvSpPr txBox="1">
            <a:spLocks noGrp="1"/>
          </p:cNvSpPr>
          <p:nvPr>
            <p:ph type="body" idx="1"/>
          </p:nvPr>
        </p:nvSpPr>
        <p:spPr>
          <a:xfrm>
            <a:off x="886650" y="1747275"/>
            <a:ext cx="4436100" cy="27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noProof="0"/>
              <a:t>A </a:t>
            </a:r>
            <a:r>
              <a:rPr lang="fr-FR" noProof="0" err="1"/>
              <a:t>complex</a:t>
            </a:r>
            <a:r>
              <a:rPr lang="fr-FR" noProof="0"/>
              <a:t> </a:t>
            </a:r>
            <a:r>
              <a:rPr lang="fr-FR" noProof="0" err="1"/>
              <a:t>idea</a:t>
            </a:r>
            <a:r>
              <a:rPr lang="fr-FR" noProof="0"/>
              <a:t> can </a:t>
            </a:r>
            <a:r>
              <a:rPr lang="fr-FR" noProof="0" err="1"/>
              <a:t>be</a:t>
            </a:r>
            <a:r>
              <a:rPr lang="fr-FR" noProof="0"/>
              <a:t> </a:t>
            </a:r>
            <a:r>
              <a:rPr lang="fr-FR" noProof="0" err="1"/>
              <a:t>conveyed</a:t>
            </a:r>
            <a:r>
              <a:rPr lang="fr-FR" noProof="0"/>
              <a:t> </a:t>
            </a:r>
            <a:r>
              <a:rPr lang="fr-FR" noProof="0" err="1"/>
              <a:t>with</a:t>
            </a:r>
            <a:r>
              <a:rPr lang="fr-FR" noProof="0"/>
              <a:t> </a:t>
            </a:r>
            <a:r>
              <a:rPr lang="fr-FR" noProof="0" err="1"/>
              <a:t>just</a:t>
            </a:r>
            <a:r>
              <a:rPr lang="fr-FR" noProof="0"/>
              <a:t> a single </a:t>
            </a:r>
            <a:r>
              <a:rPr lang="fr-FR" noProof="0" err="1"/>
              <a:t>still</a:t>
            </a:r>
            <a:r>
              <a:rPr lang="fr-FR" noProof="0"/>
              <a:t> image, </a:t>
            </a:r>
            <a:r>
              <a:rPr lang="fr-FR" noProof="0" err="1"/>
              <a:t>namely</a:t>
            </a:r>
            <a:r>
              <a:rPr lang="fr-FR" noProof="0"/>
              <a:t> </a:t>
            </a:r>
            <a:r>
              <a:rPr lang="fr-FR" noProof="0" err="1"/>
              <a:t>making</a:t>
            </a:r>
            <a:r>
              <a:rPr lang="fr-FR" noProof="0"/>
              <a:t> </a:t>
            </a:r>
            <a:r>
              <a:rPr lang="fr-FR" noProof="0" err="1"/>
              <a:t>it</a:t>
            </a:r>
            <a:r>
              <a:rPr lang="fr-FR" noProof="0"/>
              <a:t> possible to </a:t>
            </a:r>
            <a:r>
              <a:rPr lang="fr-FR" noProof="0" err="1"/>
              <a:t>absorb</a:t>
            </a:r>
            <a:r>
              <a:rPr lang="fr-FR" noProof="0"/>
              <a:t> large </a:t>
            </a:r>
            <a:r>
              <a:rPr lang="fr-FR" noProof="0" err="1"/>
              <a:t>amounts</a:t>
            </a:r>
            <a:r>
              <a:rPr lang="fr-FR" noProof="0"/>
              <a:t> of data </a:t>
            </a:r>
            <a:r>
              <a:rPr lang="fr-FR" noProof="0" err="1"/>
              <a:t>quickly</a:t>
            </a:r>
            <a:r>
              <a:rPr lang="fr-FR" noProof="0"/>
              <a:t>.</a:t>
            </a: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225" y="717423"/>
            <a:ext cx="3568800" cy="3568800"/>
          </a:xfrm>
          <a:prstGeom prst="diamond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14</a:t>
            </a:fld>
            <a:endParaRPr lang="fr-FR" noProof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>
            <a:spLocks noGrp="1"/>
          </p:cNvSpPr>
          <p:nvPr>
            <p:ph type="title" idx="4294967295"/>
          </p:nvPr>
        </p:nvSpPr>
        <p:spPr>
          <a:xfrm>
            <a:off x="332750" y="273900"/>
            <a:ext cx="3864900" cy="7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noProof="0"/>
              <a:t>Want big impact? </a:t>
            </a:r>
            <a:r>
              <a:rPr lang="fr-FR" sz="1800" noProof="0">
                <a:solidFill>
                  <a:srgbClr val="004C52"/>
                </a:solidFill>
              </a:rPr>
              <a:t>Use big image.</a:t>
            </a:r>
          </a:p>
        </p:txBody>
      </p:sp>
      <p:sp>
        <p:nvSpPr>
          <p:cNvPr id="191" name="Google Shape;191;p21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15</a:t>
            </a:fld>
            <a:endParaRPr lang="fr-FR" noProof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Use charts to </a:t>
            </a:r>
            <a:r>
              <a:rPr lang="fr-FR" noProof="0" err="1"/>
              <a:t>explain</a:t>
            </a:r>
            <a:r>
              <a:rPr lang="fr-FR" noProof="0"/>
              <a:t> </a:t>
            </a:r>
            <a:r>
              <a:rPr lang="fr-FR" noProof="0" err="1"/>
              <a:t>your</a:t>
            </a:r>
            <a:r>
              <a:rPr lang="fr-FR" noProof="0"/>
              <a:t> </a:t>
            </a:r>
            <a:r>
              <a:rPr lang="fr-FR" noProof="0" err="1"/>
              <a:t>ideas</a:t>
            </a:r>
            <a:endParaRPr lang="fr-FR" noProof="0"/>
          </a:p>
        </p:txBody>
      </p:sp>
      <p:sp>
        <p:nvSpPr>
          <p:cNvPr id="197" name="Google Shape;197;p22"/>
          <p:cNvSpPr/>
          <p:nvPr/>
        </p:nvSpPr>
        <p:spPr>
          <a:xfrm>
            <a:off x="3321325" y="1705950"/>
            <a:ext cx="2493600" cy="2493600"/>
          </a:xfrm>
          <a:prstGeom prst="diamond">
            <a:avLst/>
          </a:prstGeom>
          <a:solidFill>
            <a:srgbClr val="004C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Gray</a:t>
            </a:r>
          </a:p>
        </p:txBody>
      </p:sp>
      <p:sp>
        <p:nvSpPr>
          <p:cNvPr id="198" name="Google Shape;198;p22"/>
          <p:cNvSpPr/>
          <p:nvPr/>
        </p:nvSpPr>
        <p:spPr>
          <a:xfrm>
            <a:off x="1776500" y="2275813"/>
            <a:ext cx="2140725" cy="1353875"/>
          </a:xfrm>
          <a:prstGeom prst="flowChartPreparation">
            <a:avLst/>
          </a:pr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White</a:t>
            </a:r>
          </a:p>
        </p:txBody>
      </p:sp>
      <p:sp>
        <p:nvSpPr>
          <p:cNvPr id="199" name="Google Shape;199;p22"/>
          <p:cNvSpPr/>
          <p:nvPr/>
        </p:nvSpPr>
        <p:spPr>
          <a:xfrm>
            <a:off x="5226775" y="2275813"/>
            <a:ext cx="2140725" cy="1353875"/>
          </a:xfrm>
          <a:prstGeom prst="flowChartPreparation">
            <a:avLst/>
          </a:pr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Black</a:t>
            </a:r>
          </a:p>
        </p:txBody>
      </p:sp>
      <p:sp>
        <p:nvSpPr>
          <p:cNvPr id="200" name="Google Shape;200;p22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16</a:t>
            </a:fld>
            <a:endParaRPr lang="fr-FR" noProof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And tables to compare data</a:t>
            </a:r>
          </a:p>
        </p:txBody>
      </p:sp>
      <p:graphicFrame>
        <p:nvGraphicFramePr>
          <p:cNvPr id="206" name="Google Shape;206;p23"/>
          <p:cNvGraphicFramePr/>
          <p:nvPr>
            <p:extLst>
              <p:ext uri="{D42A27DB-BD31-4B8C-83A1-F6EECF244321}">
                <p14:modId xmlns:p14="http://schemas.microsoft.com/office/powerpoint/2010/main" val="2776248970"/>
              </p:ext>
            </p:extLst>
          </p:nvPr>
        </p:nvGraphicFramePr>
        <p:xfrm>
          <a:off x="952500" y="1869281"/>
          <a:ext cx="5601600" cy="2371500"/>
        </p:xfrm>
        <a:graphic>
          <a:graphicData uri="http://schemas.openxmlformats.org/drawingml/2006/table">
            <a:tbl>
              <a:tblPr>
                <a:noFill/>
                <a:tableStyleId>{9698151E-0C3A-494B-B26B-37D62C383CFE}</a:tableStyleId>
              </a:tblPr>
              <a:tblGrid>
                <a:gridCol w="14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noProof="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B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C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Yellow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10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20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7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Blue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30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15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10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Orange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5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24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="1" noProof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16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" name="Google Shape;207;p2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17</a:t>
            </a:fld>
            <a:endParaRPr lang="fr-FR" noProof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>
            <a:off x="590925" y="942584"/>
            <a:ext cx="8171736" cy="389283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>
              <a:solidFill>
                <a:srgbClr val="004C52"/>
              </a:solidFill>
            </a:endParaRPr>
          </a:p>
        </p:txBody>
      </p:sp>
      <p:sp>
        <p:nvSpPr>
          <p:cNvPr id="213" name="Google Shape;213;p24"/>
          <p:cNvSpPr txBox="1">
            <a:spLocks noGrp="1"/>
          </p:cNvSpPr>
          <p:nvPr>
            <p:ph type="title" idx="4294967295"/>
          </p:nvPr>
        </p:nvSpPr>
        <p:spPr>
          <a:xfrm>
            <a:off x="886650" y="1698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err="1"/>
              <a:t>Maps</a:t>
            </a:r>
            <a:endParaRPr lang="fr-FR" noProof="0"/>
          </a:p>
        </p:txBody>
      </p:sp>
      <p:sp>
        <p:nvSpPr>
          <p:cNvPr id="214" name="Google Shape;214;p24"/>
          <p:cNvSpPr/>
          <p:nvPr/>
        </p:nvSpPr>
        <p:spPr>
          <a:xfrm>
            <a:off x="1909650" y="1906700"/>
            <a:ext cx="796200" cy="2025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rgbClr val="ABE3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our</a:t>
            </a:r>
            <a:r>
              <a:rPr lang="fr-FR" sz="1000" b="1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office</a:t>
            </a:r>
          </a:p>
        </p:txBody>
      </p:sp>
      <p:sp>
        <p:nvSpPr>
          <p:cNvPr id="215" name="Google Shape;215;p24"/>
          <p:cNvSpPr/>
          <p:nvPr/>
        </p:nvSpPr>
        <p:spPr>
          <a:xfrm>
            <a:off x="1261300" y="2227500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16" name="Google Shape;216;p24"/>
          <p:cNvSpPr/>
          <p:nvPr/>
        </p:nvSpPr>
        <p:spPr>
          <a:xfrm>
            <a:off x="2941125" y="3727975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17" name="Google Shape;217;p24"/>
          <p:cNvSpPr/>
          <p:nvPr/>
        </p:nvSpPr>
        <p:spPr>
          <a:xfrm>
            <a:off x="3932475" y="1936375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18" name="Google Shape;218;p24"/>
          <p:cNvSpPr/>
          <p:nvPr/>
        </p:nvSpPr>
        <p:spPr>
          <a:xfrm>
            <a:off x="4617150" y="4044350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19" name="Google Shape;219;p24"/>
          <p:cNvSpPr/>
          <p:nvPr/>
        </p:nvSpPr>
        <p:spPr>
          <a:xfrm>
            <a:off x="6759825" y="2430000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20" name="Google Shape;220;p24"/>
          <p:cNvSpPr/>
          <p:nvPr/>
        </p:nvSpPr>
        <p:spPr>
          <a:xfrm>
            <a:off x="7502375" y="4088775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21" name="Google Shape;221;p2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18</a:t>
            </a:fld>
            <a:endParaRPr lang="fr-FR" noProof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E9D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>
            <a:spLocks noGrp="1"/>
          </p:cNvSpPr>
          <p:nvPr>
            <p:ph type="ctrTitle" idx="4294967295"/>
          </p:nvPr>
        </p:nvSpPr>
        <p:spPr>
          <a:xfrm>
            <a:off x="685800" y="15071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600" noProof="0">
                <a:solidFill>
                  <a:srgbClr val="ABE33F"/>
                </a:solidFill>
                <a:latin typeface="Karla"/>
                <a:ea typeface="Karla"/>
                <a:cs typeface="Karla"/>
                <a:sym typeface="Karla"/>
              </a:rPr>
              <a:t>89,526,124</a:t>
            </a:r>
          </a:p>
        </p:txBody>
      </p:sp>
      <p:sp>
        <p:nvSpPr>
          <p:cNvPr id="227" name="Google Shape;227;p25"/>
          <p:cNvSpPr txBox="1">
            <a:spLocks noGrp="1"/>
          </p:cNvSpPr>
          <p:nvPr>
            <p:ph type="subTitle" idx="4294967295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200" noProof="0" err="1"/>
              <a:t>Whoa</a:t>
            </a:r>
            <a:r>
              <a:rPr lang="fr-FR" sz="2200" noProof="0"/>
              <a:t>! </a:t>
            </a:r>
            <a:r>
              <a:rPr lang="fr-FR" sz="2200" noProof="0" err="1"/>
              <a:t>That’s</a:t>
            </a:r>
            <a:r>
              <a:rPr lang="fr-FR" sz="2200" noProof="0"/>
              <a:t> a big </a:t>
            </a:r>
            <a:r>
              <a:rPr lang="fr-FR" sz="2200" noProof="0" err="1"/>
              <a:t>number</a:t>
            </a:r>
            <a:r>
              <a:rPr lang="fr-FR" sz="2200" noProof="0"/>
              <a:t>, </a:t>
            </a:r>
            <a:r>
              <a:rPr lang="fr-FR" sz="2200" noProof="0" err="1"/>
              <a:t>aren’t</a:t>
            </a:r>
            <a:r>
              <a:rPr lang="fr-FR" sz="2200" noProof="0"/>
              <a:t> </a:t>
            </a:r>
            <a:r>
              <a:rPr lang="fr-FR" sz="2200" noProof="0" err="1"/>
              <a:t>you</a:t>
            </a:r>
            <a:r>
              <a:rPr lang="fr-FR" sz="2200" noProof="0"/>
              <a:t> </a:t>
            </a:r>
            <a:r>
              <a:rPr lang="fr-FR" sz="2200" noProof="0" err="1"/>
              <a:t>proud</a:t>
            </a:r>
            <a:r>
              <a:rPr lang="fr-FR" sz="2200" noProof="0"/>
              <a:t>?</a:t>
            </a:r>
          </a:p>
        </p:txBody>
      </p:sp>
      <p:sp>
        <p:nvSpPr>
          <p:cNvPr id="228" name="Google Shape;228;p2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>
                <a:solidFill>
                  <a:srgbClr val="ABE33F"/>
                </a:solidFill>
              </a:rPr>
              <a:t>19</a:t>
            </a:fld>
            <a:endParaRPr lang="fr-FR" noProof="0">
              <a:solidFill>
                <a:srgbClr val="ABE33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>
            <a:spLocks noGrp="1"/>
          </p:cNvSpPr>
          <p:nvPr>
            <p:ph type="ctrTitle" idx="4294967295"/>
          </p:nvPr>
        </p:nvSpPr>
        <p:spPr>
          <a:xfrm>
            <a:off x="1599425" y="1029000"/>
            <a:ext cx="59451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noProof="0">
                <a:solidFill>
                  <a:srgbClr val="ABE33F"/>
                </a:solidFill>
                <a:latin typeface="Karla"/>
                <a:ea typeface="Karla"/>
                <a:cs typeface="Karla"/>
                <a:sym typeface="Karla"/>
              </a:rPr>
              <a:t>89,526,124$</a:t>
            </a:r>
          </a:p>
        </p:txBody>
      </p:sp>
      <p:sp>
        <p:nvSpPr>
          <p:cNvPr id="234" name="Google Shape;234;p26"/>
          <p:cNvSpPr txBox="1">
            <a:spLocks noGrp="1"/>
          </p:cNvSpPr>
          <p:nvPr>
            <p:ph type="subTitle" idx="4294967295"/>
          </p:nvPr>
        </p:nvSpPr>
        <p:spPr>
          <a:xfrm>
            <a:off x="1599425" y="1792307"/>
            <a:ext cx="5945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000" noProof="0" err="1">
                <a:solidFill>
                  <a:srgbClr val="ABE33F"/>
                </a:solidFill>
              </a:rPr>
              <a:t>That’s</a:t>
            </a:r>
            <a:r>
              <a:rPr lang="fr-FR" sz="2000" noProof="0">
                <a:solidFill>
                  <a:srgbClr val="ABE33F"/>
                </a:solidFill>
              </a:rPr>
              <a:t> a lot of money</a:t>
            </a:r>
          </a:p>
        </p:txBody>
      </p:sp>
      <p:sp>
        <p:nvSpPr>
          <p:cNvPr id="235" name="Google Shape;235;p26"/>
          <p:cNvSpPr txBox="1">
            <a:spLocks noGrp="1"/>
          </p:cNvSpPr>
          <p:nvPr>
            <p:ph type="ctrTitle" idx="4294967295"/>
          </p:nvPr>
        </p:nvSpPr>
        <p:spPr>
          <a:xfrm>
            <a:off x="1599425" y="3657894"/>
            <a:ext cx="59451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100%</a:t>
            </a:r>
          </a:p>
        </p:txBody>
      </p:sp>
      <p:sp>
        <p:nvSpPr>
          <p:cNvPr id="236" name="Google Shape;236;p26"/>
          <p:cNvSpPr txBox="1">
            <a:spLocks noGrp="1"/>
          </p:cNvSpPr>
          <p:nvPr>
            <p:ph type="subTitle" idx="4294967295"/>
          </p:nvPr>
        </p:nvSpPr>
        <p:spPr>
          <a:xfrm>
            <a:off x="1599425" y="4421201"/>
            <a:ext cx="5945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000" noProof="0"/>
              <a:t>Total </a:t>
            </a:r>
            <a:r>
              <a:rPr lang="fr-FR" sz="2000" noProof="0" err="1"/>
              <a:t>success</a:t>
            </a:r>
            <a:r>
              <a:rPr lang="fr-FR" sz="2000" noProof="0"/>
              <a:t>!</a:t>
            </a:r>
          </a:p>
        </p:txBody>
      </p:sp>
      <p:sp>
        <p:nvSpPr>
          <p:cNvPr id="237" name="Google Shape;237;p26"/>
          <p:cNvSpPr txBox="1">
            <a:spLocks noGrp="1"/>
          </p:cNvSpPr>
          <p:nvPr>
            <p:ph type="ctrTitle" idx="4294967295"/>
          </p:nvPr>
        </p:nvSpPr>
        <p:spPr>
          <a:xfrm>
            <a:off x="1599425" y="2343447"/>
            <a:ext cx="59451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185,244 </a:t>
            </a:r>
            <a:r>
              <a:rPr lang="fr-FR" sz="6000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users</a:t>
            </a:r>
            <a:endParaRPr lang="fr-FR" sz="6000" noProof="0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8" name="Google Shape;238;p26"/>
          <p:cNvSpPr txBox="1">
            <a:spLocks noGrp="1"/>
          </p:cNvSpPr>
          <p:nvPr>
            <p:ph type="subTitle" idx="4294967295"/>
          </p:nvPr>
        </p:nvSpPr>
        <p:spPr>
          <a:xfrm>
            <a:off x="1599425" y="3106754"/>
            <a:ext cx="5945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000" noProof="0">
                <a:solidFill>
                  <a:srgbClr val="00AE9D"/>
                </a:solidFill>
              </a:rPr>
              <a:t>And a lot of </a:t>
            </a:r>
            <a:r>
              <a:rPr lang="fr-FR" sz="2000" noProof="0" err="1">
                <a:solidFill>
                  <a:srgbClr val="00AE9D"/>
                </a:solidFill>
              </a:rPr>
              <a:t>users</a:t>
            </a:r>
            <a:endParaRPr lang="fr-FR" sz="2000" noProof="0">
              <a:solidFill>
                <a:srgbClr val="00AE9D"/>
              </a:solidFill>
            </a:endParaRPr>
          </a:p>
        </p:txBody>
      </p:sp>
      <p:sp>
        <p:nvSpPr>
          <p:cNvPr id="239" name="Google Shape;239;p26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20</a:t>
            </a:fld>
            <a:endParaRPr lang="fr-FR" noProof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Our process </a:t>
            </a:r>
            <a:r>
              <a:rPr lang="fr-FR" noProof="0" err="1"/>
              <a:t>is</a:t>
            </a:r>
            <a:r>
              <a:rPr lang="fr-FR" noProof="0"/>
              <a:t> </a:t>
            </a:r>
            <a:r>
              <a:rPr lang="fr-FR" noProof="0" err="1"/>
              <a:t>easy</a:t>
            </a:r>
            <a:endParaRPr lang="fr-FR" noProof="0"/>
          </a:p>
        </p:txBody>
      </p:sp>
      <p:sp>
        <p:nvSpPr>
          <p:cNvPr id="245" name="Google Shape;245;p27"/>
          <p:cNvSpPr/>
          <p:nvPr/>
        </p:nvSpPr>
        <p:spPr>
          <a:xfrm>
            <a:off x="4899824" y="2244850"/>
            <a:ext cx="2521800" cy="1646700"/>
          </a:xfrm>
          <a:prstGeom prst="homePlate">
            <a:avLst>
              <a:gd name="adj" fmla="val 211909"/>
            </a:avLst>
          </a:prstGeom>
          <a:solidFill>
            <a:srgbClr val="004C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last</a:t>
            </a:r>
          </a:p>
        </p:txBody>
      </p:sp>
      <p:sp>
        <p:nvSpPr>
          <p:cNvPr id="246" name="Google Shape;246;p27"/>
          <p:cNvSpPr/>
          <p:nvPr/>
        </p:nvSpPr>
        <p:spPr>
          <a:xfrm>
            <a:off x="2893237" y="2244850"/>
            <a:ext cx="2521800" cy="1646700"/>
          </a:xfrm>
          <a:prstGeom prst="homePlate">
            <a:avLst>
              <a:gd name="adj" fmla="val 211909"/>
            </a:avLst>
          </a:prstGeom>
          <a:solidFill>
            <a:srgbClr val="00AE9D">
              <a:alpha val="8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second</a:t>
            </a:r>
          </a:p>
        </p:txBody>
      </p:sp>
      <p:sp>
        <p:nvSpPr>
          <p:cNvPr id="247" name="Google Shape;247;p27"/>
          <p:cNvSpPr/>
          <p:nvPr/>
        </p:nvSpPr>
        <p:spPr>
          <a:xfrm>
            <a:off x="886650" y="2244850"/>
            <a:ext cx="2521800" cy="1646700"/>
          </a:xfrm>
          <a:prstGeom prst="homePlate">
            <a:avLst>
              <a:gd name="adj" fmla="val 211909"/>
            </a:avLst>
          </a:pr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first</a:t>
            </a:r>
          </a:p>
        </p:txBody>
      </p:sp>
      <p:sp>
        <p:nvSpPr>
          <p:cNvPr id="248" name="Google Shape;248;p2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21</a:t>
            </a:fld>
            <a:endParaRPr lang="fr-FR" noProof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err="1"/>
              <a:t>Let’s</a:t>
            </a:r>
            <a:r>
              <a:rPr lang="fr-FR" noProof="0"/>
              <a:t> </a:t>
            </a:r>
            <a:r>
              <a:rPr lang="fr-FR" noProof="0" err="1"/>
              <a:t>review</a:t>
            </a:r>
            <a:r>
              <a:rPr lang="fr-FR" noProof="0"/>
              <a:t> </a:t>
            </a:r>
            <a:r>
              <a:rPr lang="fr-FR" noProof="0" err="1"/>
              <a:t>some</a:t>
            </a:r>
            <a:r>
              <a:rPr lang="fr-FR" noProof="0"/>
              <a:t> concepts</a:t>
            </a:r>
          </a:p>
        </p:txBody>
      </p:sp>
      <p:sp>
        <p:nvSpPr>
          <p:cNvPr id="254" name="Google Shape;254;p28"/>
          <p:cNvSpPr txBox="1">
            <a:spLocks noGrp="1"/>
          </p:cNvSpPr>
          <p:nvPr>
            <p:ph type="body" idx="1"/>
          </p:nvPr>
        </p:nvSpPr>
        <p:spPr>
          <a:xfrm>
            <a:off x="904600" y="146685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Yellow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Is the </a:t>
            </a:r>
            <a:r>
              <a:rPr lang="fr-FR" sz="1200" noProof="0" err="1"/>
              <a:t>color</a:t>
            </a:r>
            <a:r>
              <a:rPr lang="fr-FR" sz="1200" noProof="0"/>
              <a:t> of gold, butter and ripe </a:t>
            </a:r>
            <a:r>
              <a:rPr lang="fr-FR" sz="1200" noProof="0" err="1"/>
              <a:t>lemons</a:t>
            </a:r>
            <a:r>
              <a:rPr lang="fr-FR" sz="1200" noProof="0"/>
              <a:t>. In the </a:t>
            </a:r>
            <a:r>
              <a:rPr lang="fr-FR" sz="1200" noProof="0" err="1"/>
              <a:t>spectrum</a:t>
            </a:r>
            <a:r>
              <a:rPr lang="fr-FR" sz="1200" noProof="0"/>
              <a:t> of visible light, </a:t>
            </a:r>
            <a:r>
              <a:rPr lang="fr-FR" sz="1200" noProof="0" err="1"/>
              <a:t>yellow</a:t>
            </a:r>
            <a:r>
              <a:rPr lang="fr-FR" sz="1200" noProof="0"/>
              <a:t> </a:t>
            </a:r>
            <a:r>
              <a:rPr lang="fr-FR" sz="1200" noProof="0" err="1"/>
              <a:t>is</a:t>
            </a:r>
            <a:r>
              <a:rPr lang="fr-FR" sz="1200" noProof="0"/>
              <a:t> </a:t>
            </a:r>
            <a:r>
              <a:rPr lang="fr-FR" sz="1200" noProof="0" err="1"/>
              <a:t>found</a:t>
            </a:r>
            <a:r>
              <a:rPr lang="fr-FR" sz="1200" noProof="0"/>
              <a:t> </a:t>
            </a:r>
            <a:r>
              <a:rPr lang="fr-FR" sz="1200" noProof="0" err="1"/>
              <a:t>between</a:t>
            </a:r>
            <a:r>
              <a:rPr lang="fr-FR" sz="1200" noProof="0"/>
              <a:t> green and orange.</a:t>
            </a:r>
          </a:p>
        </p:txBody>
      </p:sp>
      <p:sp>
        <p:nvSpPr>
          <p:cNvPr id="255" name="Google Shape;255;p28"/>
          <p:cNvSpPr txBox="1">
            <a:spLocks noGrp="1"/>
          </p:cNvSpPr>
          <p:nvPr>
            <p:ph type="body" idx="2"/>
          </p:nvPr>
        </p:nvSpPr>
        <p:spPr>
          <a:xfrm>
            <a:off x="3368170" y="146685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Blue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Is the </a:t>
            </a:r>
            <a:r>
              <a:rPr lang="fr-FR" sz="1200" noProof="0" err="1"/>
              <a:t>colour</a:t>
            </a:r>
            <a:r>
              <a:rPr lang="fr-FR" sz="1200" noProof="0"/>
              <a:t> of the </a:t>
            </a:r>
            <a:r>
              <a:rPr lang="fr-FR" sz="1200" noProof="0" err="1"/>
              <a:t>clear</a:t>
            </a:r>
            <a:r>
              <a:rPr lang="fr-FR" sz="1200" noProof="0"/>
              <a:t> sky and the </a:t>
            </a:r>
            <a:r>
              <a:rPr lang="fr-FR" sz="1200" noProof="0" err="1"/>
              <a:t>deep</a:t>
            </a:r>
            <a:r>
              <a:rPr lang="fr-FR" sz="1200" noProof="0"/>
              <a:t> </a:t>
            </a:r>
            <a:r>
              <a:rPr lang="fr-FR" sz="1200" noProof="0" err="1"/>
              <a:t>sea</a:t>
            </a:r>
            <a:r>
              <a:rPr lang="fr-FR" sz="1200" noProof="0"/>
              <a:t>. It </a:t>
            </a:r>
            <a:r>
              <a:rPr lang="fr-FR" sz="1200" noProof="0" err="1"/>
              <a:t>is</a:t>
            </a:r>
            <a:r>
              <a:rPr lang="fr-FR" sz="1200" noProof="0"/>
              <a:t> </a:t>
            </a:r>
            <a:r>
              <a:rPr lang="fr-FR" sz="1200" noProof="0" err="1"/>
              <a:t>located</a:t>
            </a:r>
            <a:r>
              <a:rPr lang="fr-FR" sz="1200" noProof="0"/>
              <a:t> </a:t>
            </a:r>
            <a:r>
              <a:rPr lang="fr-FR" sz="1200" noProof="0" err="1"/>
              <a:t>between</a:t>
            </a:r>
            <a:r>
              <a:rPr lang="fr-FR" sz="1200" noProof="0"/>
              <a:t> violet and green on the </a:t>
            </a:r>
            <a:r>
              <a:rPr lang="fr-FR" sz="1200" noProof="0" err="1"/>
              <a:t>optical</a:t>
            </a:r>
            <a:r>
              <a:rPr lang="fr-FR" sz="1200" noProof="0"/>
              <a:t> </a:t>
            </a:r>
            <a:r>
              <a:rPr lang="fr-FR" sz="1200" noProof="0" err="1"/>
              <a:t>spectrum</a:t>
            </a:r>
            <a:r>
              <a:rPr lang="fr-FR" sz="1200" noProof="0"/>
              <a:t>.</a:t>
            </a:r>
          </a:p>
        </p:txBody>
      </p:sp>
      <p:sp>
        <p:nvSpPr>
          <p:cNvPr id="256" name="Google Shape;256;p28"/>
          <p:cNvSpPr txBox="1">
            <a:spLocks noGrp="1"/>
          </p:cNvSpPr>
          <p:nvPr>
            <p:ph type="body" idx="3"/>
          </p:nvPr>
        </p:nvSpPr>
        <p:spPr>
          <a:xfrm>
            <a:off x="5831740" y="146685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Red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Is the </a:t>
            </a:r>
            <a:r>
              <a:rPr lang="fr-FR" sz="1200" noProof="0" err="1"/>
              <a:t>color</a:t>
            </a:r>
            <a:r>
              <a:rPr lang="fr-FR" sz="1200" noProof="0"/>
              <a:t> of </a:t>
            </a:r>
            <a:r>
              <a:rPr lang="fr-FR" sz="1200" noProof="0" err="1"/>
              <a:t>blood</a:t>
            </a:r>
            <a:r>
              <a:rPr lang="fr-FR" sz="1200" noProof="0"/>
              <a:t>, and </a:t>
            </a:r>
            <a:r>
              <a:rPr lang="fr-FR" sz="1200" noProof="0" err="1"/>
              <a:t>because</a:t>
            </a:r>
            <a:r>
              <a:rPr lang="fr-FR" sz="1200" noProof="0"/>
              <a:t> of </a:t>
            </a:r>
            <a:r>
              <a:rPr lang="fr-FR" sz="1200" noProof="0" err="1"/>
              <a:t>this</a:t>
            </a:r>
            <a:r>
              <a:rPr lang="fr-FR" sz="1200" noProof="0"/>
              <a:t> </a:t>
            </a:r>
            <a:r>
              <a:rPr lang="fr-FR" sz="1200" noProof="0" err="1"/>
              <a:t>it</a:t>
            </a:r>
            <a:r>
              <a:rPr lang="fr-FR" sz="1200" noProof="0"/>
              <a:t> has </a:t>
            </a:r>
            <a:r>
              <a:rPr lang="fr-FR" sz="1200" noProof="0" err="1"/>
              <a:t>historically</a:t>
            </a:r>
            <a:r>
              <a:rPr lang="fr-FR" sz="1200" noProof="0"/>
              <a:t> been </a:t>
            </a:r>
            <a:r>
              <a:rPr lang="fr-FR" sz="1200" noProof="0" err="1"/>
              <a:t>associated</a:t>
            </a:r>
            <a:r>
              <a:rPr lang="fr-FR" sz="1200" noProof="0"/>
              <a:t> </a:t>
            </a:r>
            <a:r>
              <a:rPr lang="fr-FR" sz="1200" noProof="0" err="1"/>
              <a:t>with</a:t>
            </a:r>
            <a:r>
              <a:rPr lang="fr-FR" sz="1200" noProof="0"/>
              <a:t> sacrifice, danger and courage.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fr-FR" sz="1200" noProof="0"/>
          </a:p>
        </p:txBody>
      </p:sp>
      <p:sp>
        <p:nvSpPr>
          <p:cNvPr id="257" name="Google Shape;257;p28"/>
          <p:cNvSpPr txBox="1">
            <a:spLocks noGrp="1"/>
          </p:cNvSpPr>
          <p:nvPr>
            <p:ph type="body" idx="1"/>
          </p:nvPr>
        </p:nvSpPr>
        <p:spPr>
          <a:xfrm>
            <a:off x="904600" y="304800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Yellow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Is the </a:t>
            </a:r>
            <a:r>
              <a:rPr lang="fr-FR" sz="1200" noProof="0" err="1"/>
              <a:t>color</a:t>
            </a:r>
            <a:r>
              <a:rPr lang="fr-FR" sz="1200" noProof="0"/>
              <a:t> of gold, butter and ripe </a:t>
            </a:r>
            <a:r>
              <a:rPr lang="fr-FR" sz="1200" noProof="0" err="1"/>
              <a:t>lemons</a:t>
            </a:r>
            <a:r>
              <a:rPr lang="fr-FR" sz="1200" noProof="0"/>
              <a:t>. In the </a:t>
            </a:r>
            <a:r>
              <a:rPr lang="fr-FR" sz="1200" noProof="0" err="1"/>
              <a:t>spectrum</a:t>
            </a:r>
            <a:r>
              <a:rPr lang="fr-FR" sz="1200" noProof="0"/>
              <a:t> of visible light, </a:t>
            </a:r>
            <a:r>
              <a:rPr lang="fr-FR" sz="1200" noProof="0" err="1"/>
              <a:t>yellow</a:t>
            </a:r>
            <a:r>
              <a:rPr lang="fr-FR" sz="1200" noProof="0"/>
              <a:t> </a:t>
            </a:r>
            <a:r>
              <a:rPr lang="fr-FR" sz="1200" noProof="0" err="1"/>
              <a:t>is</a:t>
            </a:r>
            <a:r>
              <a:rPr lang="fr-FR" sz="1200" noProof="0"/>
              <a:t> </a:t>
            </a:r>
            <a:r>
              <a:rPr lang="fr-FR" sz="1200" noProof="0" err="1"/>
              <a:t>found</a:t>
            </a:r>
            <a:r>
              <a:rPr lang="fr-FR" sz="1200" noProof="0"/>
              <a:t> </a:t>
            </a:r>
            <a:r>
              <a:rPr lang="fr-FR" sz="1200" noProof="0" err="1"/>
              <a:t>between</a:t>
            </a:r>
            <a:r>
              <a:rPr lang="fr-FR" sz="1200" noProof="0"/>
              <a:t> green and orange.</a:t>
            </a:r>
          </a:p>
        </p:txBody>
      </p:sp>
      <p:sp>
        <p:nvSpPr>
          <p:cNvPr id="258" name="Google Shape;258;p28"/>
          <p:cNvSpPr txBox="1">
            <a:spLocks noGrp="1"/>
          </p:cNvSpPr>
          <p:nvPr>
            <p:ph type="body" idx="2"/>
          </p:nvPr>
        </p:nvSpPr>
        <p:spPr>
          <a:xfrm>
            <a:off x="3368170" y="304800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Blue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Is the </a:t>
            </a:r>
            <a:r>
              <a:rPr lang="fr-FR" sz="1200" noProof="0" err="1"/>
              <a:t>colour</a:t>
            </a:r>
            <a:r>
              <a:rPr lang="fr-FR" sz="1200" noProof="0"/>
              <a:t> of the </a:t>
            </a:r>
            <a:r>
              <a:rPr lang="fr-FR" sz="1200" noProof="0" err="1"/>
              <a:t>clear</a:t>
            </a:r>
            <a:r>
              <a:rPr lang="fr-FR" sz="1200" noProof="0"/>
              <a:t> sky and the </a:t>
            </a:r>
            <a:r>
              <a:rPr lang="fr-FR" sz="1200" noProof="0" err="1"/>
              <a:t>deep</a:t>
            </a:r>
            <a:r>
              <a:rPr lang="fr-FR" sz="1200" noProof="0"/>
              <a:t> </a:t>
            </a:r>
            <a:r>
              <a:rPr lang="fr-FR" sz="1200" noProof="0" err="1"/>
              <a:t>sea</a:t>
            </a:r>
            <a:r>
              <a:rPr lang="fr-FR" sz="1200" noProof="0"/>
              <a:t>. It </a:t>
            </a:r>
            <a:r>
              <a:rPr lang="fr-FR" sz="1200" noProof="0" err="1"/>
              <a:t>is</a:t>
            </a:r>
            <a:r>
              <a:rPr lang="fr-FR" sz="1200" noProof="0"/>
              <a:t> </a:t>
            </a:r>
            <a:r>
              <a:rPr lang="fr-FR" sz="1200" noProof="0" err="1"/>
              <a:t>located</a:t>
            </a:r>
            <a:r>
              <a:rPr lang="fr-FR" sz="1200" noProof="0"/>
              <a:t> </a:t>
            </a:r>
            <a:r>
              <a:rPr lang="fr-FR" sz="1200" noProof="0" err="1"/>
              <a:t>between</a:t>
            </a:r>
            <a:r>
              <a:rPr lang="fr-FR" sz="1200" noProof="0"/>
              <a:t> violet and green on the </a:t>
            </a:r>
            <a:r>
              <a:rPr lang="fr-FR" sz="1200" noProof="0" err="1"/>
              <a:t>optical</a:t>
            </a:r>
            <a:r>
              <a:rPr lang="fr-FR" sz="1200" noProof="0"/>
              <a:t> </a:t>
            </a:r>
            <a:r>
              <a:rPr lang="fr-FR" sz="1200" noProof="0" err="1"/>
              <a:t>spectrum</a:t>
            </a:r>
            <a:r>
              <a:rPr lang="fr-FR" sz="1200" noProof="0"/>
              <a:t>.</a:t>
            </a:r>
          </a:p>
        </p:txBody>
      </p:sp>
      <p:sp>
        <p:nvSpPr>
          <p:cNvPr id="259" name="Google Shape;259;p28"/>
          <p:cNvSpPr txBox="1">
            <a:spLocks noGrp="1"/>
          </p:cNvSpPr>
          <p:nvPr>
            <p:ph type="body" idx="3"/>
          </p:nvPr>
        </p:nvSpPr>
        <p:spPr>
          <a:xfrm>
            <a:off x="5831740" y="304800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noProof="0"/>
              <a:t>Red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Is the </a:t>
            </a:r>
            <a:r>
              <a:rPr lang="fr-FR" sz="1200" noProof="0" err="1"/>
              <a:t>color</a:t>
            </a:r>
            <a:r>
              <a:rPr lang="fr-FR" sz="1200" noProof="0"/>
              <a:t> of </a:t>
            </a:r>
            <a:r>
              <a:rPr lang="fr-FR" sz="1200" noProof="0" err="1"/>
              <a:t>blood</a:t>
            </a:r>
            <a:r>
              <a:rPr lang="fr-FR" sz="1200" noProof="0"/>
              <a:t>, and </a:t>
            </a:r>
            <a:r>
              <a:rPr lang="fr-FR" sz="1200" noProof="0" err="1"/>
              <a:t>because</a:t>
            </a:r>
            <a:r>
              <a:rPr lang="fr-FR" sz="1200" noProof="0"/>
              <a:t> of </a:t>
            </a:r>
            <a:r>
              <a:rPr lang="fr-FR" sz="1200" noProof="0" err="1"/>
              <a:t>this</a:t>
            </a:r>
            <a:r>
              <a:rPr lang="fr-FR" sz="1200" noProof="0"/>
              <a:t> </a:t>
            </a:r>
            <a:r>
              <a:rPr lang="fr-FR" sz="1200" noProof="0" err="1"/>
              <a:t>it</a:t>
            </a:r>
            <a:r>
              <a:rPr lang="fr-FR" sz="1200" noProof="0"/>
              <a:t> has </a:t>
            </a:r>
            <a:r>
              <a:rPr lang="fr-FR" sz="1200" noProof="0" err="1"/>
              <a:t>historically</a:t>
            </a:r>
            <a:r>
              <a:rPr lang="fr-FR" sz="1200" noProof="0"/>
              <a:t> been </a:t>
            </a:r>
            <a:r>
              <a:rPr lang="fr-FR" sz="1200" noProof="0" err="1"/>
              <a:t>associated</a:t>
            </a:r>
            <a:r>
              <a:rPr lang="fr-FR" sz="1200" noProof="0"/>
              <a:t> </a:t>
            </a:r>
            <a:r>
              <a:rPr lang="fr-FR" sz="1200" noProof="0" err="1"/>
              <a:t>with</a:t>
            </a:r>
            <a:r>
              <a:rPr lang="fr-FR" sz="1200" noProof="0"/>
              <a:t> sacrifice, danger and courage.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fr-FR" sz="1200" noProof="0"/>
          </a:p>
        </p:txBody>
      </p:sp>
      <p:sp>
        <p:nvSpPr>
          <p:cNvPr id="260" name="Google Shape;260;p2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22</a:t>
            </a:fld>
            <a:endParaRPr lang="fr-FR" noProof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fr-FR" noProof="0"/>
              <a:t>You can insert graphs </a:t>
            </a:r>
            <a:r>
              <a:rPr lang="fr-FR" noProof="0" err="1"/>
              <a:t>from</a:t>
            </a:r>
            <a:r>
              <a:rPr lang="fr-FR" noProof="0"/>
              <a:t> Excel or Google Sheets</a:t>
            </a:r>
          </a:p>
        </p:txBody>
      </p:sp>
      <p:sp>
        <p:nvSpPr>
          <p:cNvPr id="266" name="Google Shape;266;p29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23</a:t>
            </a:fld>
            <a:endParaRPr lang="fr-FR" noProof="0"/>
          </a:p>
        </p:txBody>
      </p:sp>
      <p:cxnSp>
        <p:nvCxnSpPr>
          <p:cNvPr id="267" name="Google Shape;267;p29"/>
          <p:cNvCxnSpPr/>
          <p:nvPr/>
        </p:nvCxnSpPr>
        <p:spPr>
          <a:xfrm>
            <a:off x="952500" y="1303301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9"/>
          <p:cNvCxnSpPr/>
          <p:nvPr/>
        </p:nvCxnSpPr>
        <p:spPr>
          <a:xfrm>
            <a:off x="952500" y="2012783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9"/>
          <p:cNvCxnSpPr/>
          <p:nvPr/>
        </p:nvCxnSpPr>
        <p:spPr>
          <a:xfrm>
            <a:off x="952500" y="2722264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9"/>
          <p:cNvCxnSpPr/>
          <p:nvPr/>
        </p:nvCxnSpPr>
        <p:spPr>
          <a:xfrm>
            <a:off x="952500" y="343174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29"/>
          <p:cNvCxnSpPr/>
          <p:nvPr/>
        </p:nvCxnSpPr>
        <p:spPr>
          <a:xfrm>
            <a:off x="952500" y="416312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29"/>
          <p:cNvSpPr txBox="1"/>
          <p:nvPr/>
        </p:nvSpPr>
        <p:spPr>
          <a:xfrm>
            <a:off x="952500" y="1144550"/>
            <a:ext cx="3093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4000</a:t>
            </a: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3000</a:t>
            </a: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2000</a:t>
            </a: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1000</a:t>
            </a: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0</a:t>
            </a:r>
          </a:p>
        </p:txBody>
      </p:sp>
      <p:sp>
        <p:nvSpPr>
          <p:cNvPr id="273" name="Google Shape;273;p29"/>
          <p:cNvSpPr/>
          <p:nvPr/>
        </p:nvSpPr>
        <p:spPr>
          <a:xfrm>
            <a:off x="1572782" y="2609537"/>
            <a:ext cx="233700" cy="15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74" name="Google Shape;274;p29"/>
          <p:cNvSpPr/>
          <p:nvPr/>
        </p:nvSpPr>
        <p:spPr>
          <a:xfrm>
            <a:off x="1887026" y="2215474"/>
            <a:ext cx="233700" cy="194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75" name="Google Shape;275;p29"/>
          <p:cNvSpPr/>
          <p:nvPr/>
        </p:nvSpPr>
        <p:spPr>
          <a:xfrm>
            <a:off x="2201270" y="2722264"/>
            <a:ext cx="2337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76" name="Google Shape;276;p29"/>
          <p:cNvSpPr/>
          <p:nvPr/>
        </p:nvSpPr>
        <p:spPr>
          <a:xfrm>
            <a:off x="3325786" y="2923327"/>
            <a:ext cx="233700" cy="12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77" name="Google Shape;277;p29"/>
          <p:cNvSpPr/>
          <p:nvPr/>
        </p:nvSpPr>
        <p:spPr>
          <a:xfrm>
            <a:off x="3640031" y="2324944"/>
            <a:ext cx="233700" cy="1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78" name="Google Shape;278;p29"/>
          <p:cNvSpPr/>
          <p:nvPr/>
        </p:nvSpPr>
        <p:spPr>
          <a:xfrm>
            <a:off x="3954275" y="1457625"/>
            <a:ext cx="2337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79" name="Google Shape;279;p29"/>
          <p:cNvSpPr/>
          <p:nvPr/>
        </p:nvSpPr>
        <p:spPr>
          <a:xfrm>
            <a:off x="5078791" y="2368720"/>
            <a:ext cx="233700" cy="179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80" name="Google Shape;280;p29"/>
          <p:cNvSpPr/>
          <p:nvPr/>
        </p:nvSpPr>
        <p:spPr>
          <a:xfrm>
            <a:off x="5393035" y="1303177"/>
            <a:ext cx="233700" cy="286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81" name="Google Shape;281;p29"/>
          <p:cNvSpPr/>
          <p:nvPr/>
        </p:nvSpPr>
        <p:spPr>
          <a:xfrm>
            <a:off x="5707280" y="2551162"/>
            <a:ext cx="2337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82" name="Google Shape;282;p29"/>
          <p:cNvSpPr/>
          <p:nvPr/>
        </p:nvSpPr>
        <p:spPr>
          <a:xfrm>
            <a:off x="6831796" y="2981701"/>
            <a:ext cx="233700" cy="11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83" name="Google Shape;283;p29"/>
          <p:cNvSpPr/>
          <p:nvPr/>
        </p:nvSpPr>
        <p:spPr>
          <a:xfrm>
            <a:off x="7146040" y="1522220"/>
            <a:ext cx="233700" cy="2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284" name="Google Shape;284;p29"/>
          <p:cNvSpPr/>
          <p:nvPr/>
        </p:nvSpPr>
        <p:spPr>
          <a:xfrm>
            <a:off x="7460284" y="1836010"/>
            <a:ext cx="2337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>
            <a:spLocks noGrp="1"/>
          </p:cNvSpPr>
          <p:nvPr>
            <p:ph type="body" idx="4294967295"/>
          </p:nvPr>
        </p:nvSpPr>
        <p:spPr>
          <a:xfrm>
            <a:off x="457200" y="671150"/>
            <a:ext cx="3766500" cy="39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800" b="1" noProof="0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Mobile </a:t>
            </a:r>
            <a:r>
              <a:rPr lang="fr-FR" sz="1800" b="1" noProof="0" err="1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project</a:t>
            </a:r>
            <a:endParaRPr lang="fr-FR" sz="1800" b="1" noProof="0">
              <a:solidFill>
                <a:srgbClr val="00AE9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400" noProof="0"/>
              <a:t>Show and </a:t>
            </a:r>
            <a:r>
              <a:rPr lang="fr-FR" sz="2400" noProof="0" err="1"/>
              <a:t>explain</a:t>
            </a:r>
            <a:r>
              <a:rPr lang="fr-FR" sz="2400" noProof="0"/>
              <a:t> </a:t>
            </a:r>
            <a:r>
              <a:rPr lang="fr-FR" sz="2400" noProof="0" err="1"/>
              <a:t>your</a:t>
            </a:r>
            <a:r>
              <a:rPr lang="fr-FR" sz="2400" noProof="0"/>
              <a:t> web, app or software </a:t>
            </a:r>
            <a:r>
              <a:rPr lang="fr-FR" sz="2400" noProof="0" err="1"/>
              <a:t>projects</a:t>
            </a:r>
            <a:r>
              <a:rPr lang="fr-FR" sz="2400" noProof="0"/>
              <a:t> </a:t>
            </a:r>
            <a:r>
              <a:rPr lang="fr-FR" sz="2400" noProof="0" err="1"/>
              <a:t>using</a:t>
            </a:r>
            <a:r>
              <a:rPr lang="fr-FR" sz="2400" noProof="0"/>
              <a:t> </a:t>
            </a:r>
            <a:r>
              <a:rPr lang="fr-FR" sz="2400" noProof="0" err="1"/>
              <a:t>these</a:t>
            </a:r>
            <a:r>
              <a:rPr lang="fr-FR" sz="2400" noProof="0"/>
              <a:t> gadget </a:t>
            </a:r>
            <a:r>
              <a:rPr lang="fr-FR" sz="2400" noProof="0" err="1"/>
              <a:t>templates</a:t>
            </a:r>
            <a:r>
              <a:rPr lang="fr-FR" sz="2400" noProof="0"/>
              <a:t>.</a:t>
            </a:r>
          </a:p>
        </p:txBody>
      </p:sp>
      <p:sp>
        <p:nvSpPr>
          <p:cNvPr id="290" name="Google Shape;290;p30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24</a:t>
            </a:fld>
            <a:endParaRPr lang="fr-FR" noProof="0"/>
          </a:p>
        </p:txBody>
      </p:sp>
      <p:grpSp>
        <p:nvGrpSpPr>
          <p:cNvPr id="291" name="Google Shape;291;p30"/>
          <p:cNvGrpSpPr/>
          <p:nvPr/>
        </p:nvGrpSpPr>
        <p:grpSpPr>
          <a:xfrm>
            <a:off x="5353200" y="373572"/>
            <a:ext cx="2119546" cy="4396359"/>
            <a:chOff x="2547150" y="238125"/>
            <a:chExt cx="2525675" cy="5238750"/>
          </a:xfrm>
        </p:grpSpPr>
        <p:sp>
          <p:nvSpPr>
            <p:cNvPr id="292" name="Google Shape;292;p30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pic>
        <p:nvPicPr>
          <p:cNvPr id="296" name="Google Shape;296;p30"/>
          <p:cNvPicPr preferRelativeResize="0"/>
          <p:nvPr/>
        </p:nvPicPr>
        <p:blipFill rotWithShape="1">
          <a:blip r:embed="rId3">
            <a:alphaModFix/>
          </a:blip>
          <a:srcRect b="23786"/>
          <a:stretch/>
        </p:blipFill>
        <p:spPr>
          <a:xfrm>
            <a:off x="5399525" y="756087"/>
            <a:ext cx="2025525" cy="36317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>
            <a:spLocks noGrp="1"/>
          </p:cNvSpPr>
          <p:nvPr>
            <p:ph type="body" idx="4294967295"/>
          </p:nvPr>
        </p:nvSpPr>
        <p:spPr>
          <a:xfrm>
            <a:off x="457200" y="671150"/>
            <a:ext cx="3766500" cy="39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800" b="1" noProof="0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Tablet </a:t>
            </a:r>
            <a:r>
              <a:rPr lang="fr-FR" sz="1800" b="1" noProof="0" err="1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project</a:t>
            </a:r>
            <a:endParaRPr lang="fr-FR" sz="1800" b="1" noProof="0">
              <a:solidFill>
                <a:srgbClr val="00AE9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400" noProof="0"/>
              <a:t>Show and </a:t>
            </a:r>
            <a:r>
              <a:rPr lang="fr-FR" sz="2400" noProof="0" err="1"/>
              <a:t>explain</a:t>
            </a:r>
            <a:r>
              <a:rPr lang="fr-FR" sz="2400" noProof="0"/>
              <a:t> </a:t>
            </a:r>
            <a:r>
              <a:rPr lang="fr-FR" sz="2400" noProof="0" err="1"/>
              <a:t>your</a:t>
            </a:r>
            <a:r>
              <a:rPr lang="fr-FR" sz="2400" noProof="0"/>
              <a:t> web, app or software </a:t>
            </a:r>
            <a:r>
              <a:rPr lang="fr-FR" sz="2400" noProof="0" err="1"/>
              <a:t>projects</a:t>
            </a:r>
            <a:r>
              <a:rPr lang="fr-FR" sz="2400" noProof="0"/>
              <a:t> </a:t>
            </a:r>
            <a:r>
              <a:rPr lang="fr-FR" sz="2400" noProof="0" err="1"/>
              <a:t>using</a:t>
            </a:r>
            <a:r>
              <a:rPr lang="fr-FR" sz="2400" noProof="0"/>
              <a:t> </a:t>
            </a:r>
            <a:r>
              <a:rPr lang="fr-FR" sz="2400" noProof="0" err="1"/>
              <a:t>these</a:t>
            </a:r>
            <a:r>
              <a:rPr lang="fr-FR" sz="2400" noProof="0"/>
              <a:t> gadget </a:t>
            </a:r>
            <a:r>
              <a:rPr lang="fr-FR" sz="2400" noProof="0" err="1"/>
              <a:t>templates</a:t>
            </a:r>
            <a:r>
              <a:rPr lang="fr-FR" sz="2400" noProof="0"/>
              <a:t>.</a:t>
            </a:r>
          </a:p>
        </p:txBody>
      </p:sp>
      <p:sp>
        <p:nvSpPr>
          <p:cNvPr id="302" name="Google Shape;302;p31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25</a:t>
            </a:fld>
            <a:endParaRPr lang="fr-FR" noProof="0"/>
          </a:p>
        </p:txBody>
      </p:sp>
      <p:grpSp>
        <p:nvGrpSpPr>
          <p:cNvPr id="303" name="Google Shape;303;p31"/>
          <p:cNvGrpSpPr/>
          <p:nvPr/>
        </p:nvGrpSpPr>
        <p:grpSpPr>
          <a:xfrm>
            <a:off x="5011702" y="465959"/>
            <a:ext cx="2736410" cy="4222433"/>
            <a:chOff x="2112475" y="238125"/>
            <a:chExt cx="3395050" cy="5238750"/>
          </a:xfrm>
        </p:grpSpPr>
        <p:sp>
          <p:nvSpPr>
            <p:cNvPr id="304" name="Google Shape;304;p31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307" name="Google Shape;307;p31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pic>
        <p:nvPicPr>
          <p:cNvPr id="308" name="Google Shape;30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288" y="839688"/>
            <a:ext cx="2597800" cy="346372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>
            <a:spLocks noGrp="1"/>
          </p:cNvSpPr>
          <p:nvPr>
            <p:ph type="body" idx="4294967295"/>
          </p:nvPr>
        </p:nvSpPr>
        <p:spPr>
          <a:xfrm>
            <a:off x="457200" y="671150"/>
            <a:ext cx="3017100" cy="39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800" b="1" noProof="0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Desktop </a:t>
            </a:r>
            <a:r>
              <a:rPr lang="fr-FR" sz="1800" b="1" noProof="0" err="1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project</a:t>
            </a:r>
            <a:endParaRPr lang="fr-FR" sz="1800" b="1" noProof="0">
              <a:solidFill>
                <a:srgbClr val="00AE9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400" noProof="0"/>
              <a:t>Show and </a:t>
            </a:r>
            <a:r>
              <a:rPr lang="fr-FR" sz="2400" noProof="0" err="1"/>
              <a:t>explain</a:t>
            </a:r>
            <a:r>
              <a:rPr lang="fr-FR" sz="2400" noProof="0"/>
              <a:t> </a:t>
            </a:r>
            <a:r>
              <a:rPr lang="fr-FR" sz="2400" noProof="0" err="1"/>
              <a:t>your</a:t>
            </a:r>
            <a:r>
              <a:rPr lang="fr-FR" sz="2400" noProof="0"/>
              <a:t> web, app or software </a:t>
            </a:r>
            <a:r>
              <a:rPr lang="fr-FR" sz="2400" noProof="0" err="1"/>
              <a:t>projects</a:t>
            </a:r>
            <a:r>
              <a:rPr lang="fr-FR" sz="2400" noProof="0"/>
              <a:t> </a:t>
            </a:r>
            <a:r>
              <a:rPr lang="fr-FR" sz="2400" noProof="0" err="1"/>
              <a:t>using</a:t>
            </a:r>
            <a:r>
              <a:rPr lang="fr-FR" sz="2400" noProof="0"/>
              <a:t> </a:t>
            </a:r>
            <a:r>
              <a:rPr lang="fr-FR" sz="2400" noProof="0" err="1"/>
              <a:t>these</a:t>
            </a:r>
            <a:r>
              <a:rPr lang="fr-FR" sz="2400" noProof="0"/>
              <a:t> gadget </a:t>
            </a:r>
            <a:r>
              <a:rPr lang="fr-FR" sz="2400" noProof="0" err="1"/>
              <a:t>templates</a:t>
            </a:r>
            <a:r>
              <a:rPr lang="fr-FR" sz="2400" noProof="0"/>
              <a:t>.</a:t>
            </a:r>
          </a:p>
        </p:txBody>
      </p:sp>
      <p:sp>
        <p:nvSpPr>
          <p:cNvPr id="314" name="Google Shape;314;p32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26</a:t>
            </a:fld>
            <a:endParaRPr lang="fr-FR" noProof="0"/>
          </a:p>
        </p:txBody>
      </p:sp>
      <p:grpSp>
        <p:nvGrpSpPr>
          <p:cNvPr id="315" name="Google Shape;315;p32"/>
          <p:cNvGrpSpPr/>
          <p:nvPr/>
        </p:nvGrpSpPr>
        <p:grpSpPr>
          <a:xfrm>
            <a:off x="3296237" y="1334325"/>
            <a:ext cx="5407681" cy="3168296"/>
            <a:chOff x="1177450" y="241631"/>
            <a:chExt cx="6173152" cy="3616776"/>
          </a:xfrm>
        </p:grpSpPr>
        <p:sp>
          <p:nvSpPr>
            <p:cNvPr id="316" name="Google Shape;316;p32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32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3900168" y="1509029"/>
            <a:ext cx="4203563" cy="26701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>
            <a:spLocks noGrp="1"/>
          </p:cNvSpPr>
          <p:nvPr>
            <p:ph type="ctrTitle" idx="4294967295"/>
          </p:nvPr>
        </p:nvSpPr>
        <p:spPr>
          <a:xfrm>
            <a:off x="3064700" y="1512936"/>
            <a:ext cx="55338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noProof="0">
                <a:solidFill>
                  <a:srgbClr val="ABE33F"/>
                </a:solidFill>
              </a:rPr>
              <a:t>Thanks!</a:t>
            </a:r>
          </a:p>
        </p:txBody>
      </p:sp>
      <p:sp>
        <p:nvSpPr>
          <p:cNvPr id="326" name="Google Shape;326;p33"/>
          <p:cNvSpPr txBox="1">
            <a:spLocks noGrp="1"/>
          </p:cNvSpPr>
          <p:nvPr>
            <p:ph type="subTitle" idx="4294967295"/>
          </p:nvPr>
        </p:nvSpPr>
        <p:spPr>
          <a:xfrm>
            <a:off x="3064700" y="2636358"/>
            <a:ext cx="5533800" cy="21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3600" b="1" noProof="0"/>
              <a:t>Any questions?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noProof="0"/>
              <a:t>You can </a:t>
            </a:r>
            <a:r>
              <a:rPr lang="fr-FR" sz="1800" noProof="0" err="1"/>
              <a:t>find</a:t>
            </a:r>
            <a:r>
              <a:rPr lang="fr-FR" sz="1800" noProof="0"/>
              <a:t> me at @username &amp; user@mail.me</a:t>
            </a:r>
            <a:endParaRPr lang="fr-FR" sz="1800" b="1" noProof="0"/>
          </a:p>
        </p:txBody>
      </p:sp>
      <p:grpSp>
        <p:nvGrpSpPr>
          <p:cNvPr id="327" name="Google Shape;327;p33"/>
          <p:cNvGrpSpPr/>
          <p:nvPr/>
        </p:nvGrpSpPr>
        <p:grpSpPr>
          <a:xfrm>
            <a:off x="685795" y="1814227"/>
            <a:ext cx="1681779" cy="1179949"/>
            <a:chOff x="559275" y="1683950"/>
            <a:chExt cx="466500" cy="327300"/>
          </a:xfrm>
        </p:grpSpPr>
        <p:sp>
          <p:nvSpPr>
            <p:cNvPr id="328" name="Google Shape;328;p33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330" name="Google Shape;330;p33"/>
          <p:cNvSpPr/>
          <p:nvPr/>
        </p:nvSpPr>
        <p:spPr>
          <a:xfrm>
            <a:off x="1681875" y="2683100"/>
            <a:ext cx="1274938" cy="115980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27</a:t>
            </a:fld>
            <a:endParaRPr lang="fr-FR" noProof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err="1"/>
              <a:t>Credits</a:t>
            </a:r>
            <a:endParaRPr lang="fr-FR" noProof="0"/>
          </a:p>
        </p:txBody>
      </p:sp>
      <p:sp>
        <p:nvSpPr>
          <p:cNvPr id="337" name="Google Shape;337;p34"/>
          <p:cNvSpPr txBox="1">
            <a:spLocks noGrp="1"/>
          </p:cNvSpPr>
          <p:nvPr>
            <p:ph type="body" idx="1"/>
          </p:nvPr>
        </p:nvSpPr>
        <p:spPr>
          <a:xfrm>
            <a:off x="886650" y="1984501"/>
            <a:ext cx="7370700" cy="29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400" noProof="0"/>
              <a:t>Special </a:t>
            </a:r>
            <a:r>
              <a:rPr lang="fr-FR" sz="2400" noProof="0" err="1"/>
              <a:t>thanks</a:t>
            </a:r>
            <a:r>
              <a:rPr lang="fr-FR" sz="2400" noProof="0"/>
              <a:t> to all the people </a:t>
            </a:r>
            <a:r>
              <a:rPr lang="fr-FR" sz="2400" noProof="0" err="1"/>
              <a:t>who</a:t>
            </a:r>
            <a:r>
              <a:rPr lang="fr-FR" sz="2400" noProof="0"/>
              <a:t> made and </a:t>
            </a:r>
            <a:r>
              <a:rPr lang="fr-FR" sz="2400" noProof="0" err="1"/>
              <a:t>released</a:t>
            </a:r>
            <a:r>
              <a:rPr lang="fr-FR" sz="2400" noProof="0"/>
              <a:t> </a:t>
            </a:r>
            <a:r>
              <a:rPr lang="fr-FR" sz="2400" noProof="0" err="1"/>
              <a:t>these</a:t>
            </a:r>
            <a:r>
              <a:rPr lang="fr-FR" sz="2400" noProof="0"/>
              <a:t> </a:t>
            </a:r>
            <a:r>
              <a:rPr lang="fr-FR" sz="2400" b="1" noProof="0" err="1"/>
              <a:t>awesome</a:t>
            </a:r>
            <a:r>
              <a:rPr lang="fr-FR" sz="2400" b="1" noProof="0"/>
              <a:t> </a:t>
            </a:r>
            <a:r>
              <a:rPr lang="fr-FR" sz="2400" b="1" noProof="0" err="1"/>
              <a:t>resources</a:t>
            </a:r>
            <a:r>
              <a:rPr lang="fr-FR" sz="2400" noProof="0"/>
              <a:t> for free: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◆"/>
            </a:pPr>
            <a:r>
              <a:rPr lang="fr-FR" sz="2400" noProof="0" err="1"/>
              <a:t>Presentation</a:t>
            </a:r>
            <a:r>
              <a:rPr lang="fr-FR" sz="2400" noProof="0"/>
              <a:t> </a:t>
            </a:r>
            <a:r>
              <a:rPr lang="fr-FR" sz="2400" noProof="0" err="1"/>
              <a:t>template</a:t>
            </a:r>
            <a:r>
              <a:rPr lang="fr-FR" sz="2400" noProof="0"/>
              <a:t> by </a:t>
            </a:r>
            <a:r>
              <a:rPr lang="fr-FR" sz="2400" u="sng" noProof="0" err="1">
                <a:hlinkClick r:id="rId3"/>
              </a:rPr>
              <a:t>SlidesCarnival</a:t>
            </a:r>
            <a:endParaRPr lang="fr-FR" sz="2400" noProof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◆"/>
            </a:pPr>
            <a:r>
              <a:rPr lang="fr-FR" sz="2400" noProof="0" err="1"/>
              <a:t>Photographs</a:t>
            </a:r>
            <a:r>
              <a:rPr lang="fr-FR" sz="2400" noProof="0"/>
              <a:t> by </a:t>
            </a:r>
            <a:r>
              <a:rPr lang="fr-FR" sz="2400" u="sng" noProof="0" err="1">
                <a:hlinkClick r:id="rId4"/>
              </a:rPr>
              <a:t>Unsplash</a:t>
            </a:r>
            <a:endParaRPr lang="fr-FR" sz="2400" noProof="0"/>
          </a:p>
        </p:txBody>
      </p:sp>
      <p:sp>
        <p:nvSpPr>
          <p:cNvPr id="338" name="Google Shape;338;p3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28</a:t>
            </a:fld>
            <a:endParaRPr lang="fr-FR" noProof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err="1"/>
              <a:t>Presentation</a:t>
            </a:r>
            <a:r>
              <a:rPr lang="fr-FR" noProof="0"/>
              <a:t> design</a:t>
            </a:r>
          </a:p>
        </p:txBody>
      </p:sp>
      <p:sp>
        <p:nvSpPr>
          <p:cNvPr id="344" name="Google Shape;344;p35"/>
          <p:cNvSpPr txBox="1">
            <a:spLocks noGrp="1"/>
          </p:cNvSpPr>
          <p:nvPr>
            <p:ph type="body" idx="1"/>
          </p:nvPr>
        </p:nvSpPr>
        <p:spPr>
          <a:xfrm>
            <a:off x="886650" y="1657350"/>
            <a:ext cx="78000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This </a:t>
            </a:r>
            <a:r>
              <a:rPr lang="fr-FR" sz="1200" noProof="0" err="1"/>
              <a:t>presentation</a:t>
            </a:r>
            <a:r>
              <a:rPr lang="fr-FR" sz="1200" noProof="0"/>
              <a:t> uses the </a:t>
            </a:r>
            <a:r>
              <a:rPr lang="fr-FR" sz="1200" noProof="0" err="1"/>
              <a:t>following</a:t>
            </a:r>
            <a:r>
              <a:rPr lang="fr-FR" sz="1200" noProof="0"/>
              <a:t> typographies and </a:t>
            </a:r>
            <a:r>
              <a:rPr lang="fr-FR" sz="1200" noProof="0" err="1"/>
              <a:t>colors</a:t>
            </a:r>
            <a:r>
              <a:rPr lang="fr-FR" sz="1200" noProof="0"/>
              <a:t>: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◆"/>
            </a:pPr>
            <a:r>
              <a:rPr lang="fr-FR" sz="1200" noProof="0" err="1"/>
              <a:t>Titles</a:t>
            </a:r>
            <a:r>
              <a:rPr lang="fr-FR" sz="1200" noProof="0"/>
              <a:t>: </a:t>
            </a:r>
            <a:r>
              <a:rPr lang="fr-FR" sz="1200" b="1" noProof="0" err="1"/>
              <a:t>Raleway</a:t>
            </a:r>
            <a:endParaRPr lang="fr-FR" sz="1200" b="1" noProof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◆"/>
            </a:pPr>
            <a:r>
              <a:rPr lang="fr-FR" sz="1200" noProof="0"/>
              <a:t>Body copy: </a:t>
            </a:r>
            <a:r>
              <a:rPr lang="fr-FR" sz="1200" b="1" noProof="0"/>
              <a:t>Karla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You can download the fonts on </a:t>
            </a:r>
            <a:r>
              <a:rPr lang="fr-FR" sz="1200" noProof="0" err="1"/>
              <a:t>these</a:t>
            </a:r>
            <a:r>
              <a:rPr lang="fr-FR" sz="1200" noProof="0"/>
              <a:t> pages: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u="sng" noProof="0">
                <a:solidFill>
                  <a:srgbClr val="00AE9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https://www.fontsquirrel.com/fonts/raleway</a:t>
            </a:r>
            <a:endParaRPr lang="fr-FR" sz="1200" noProof="0">
              <a:solidFill>
                <a:srgbClr val="00AE9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u="sng" noProof="0">
                <a:solidFill>
                  <a:srgbClr val="00AE9D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https://www.fontsquirrel.com/fonts/karla</a:t>
            </a:r>
            <a:endParaRPr lang="fr-FR" sz="1200" noProof="0">
              <a:solidFill>
                <a:srgbClr val="00AE9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fr-FR" sz="1200" noProof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200" noProof="0"/>
              <a:t>Dark green </a:t>
            </a:r>
            <a:r>
              <a:rPr lang="fr-FR" sz="1200" b="1" noProof="0"/>
              <a:t>#004c52</a:t>
            </a:r>
            <a:r>
              <a:rPr lang="fr-FR" sz="1200" noProof="0"/>
              <a:t> / Aqua green </a:t>
            </a:r>
            <a:r>
              <a:rPr lang="fr-FR" sz="1200" b="1" noProof="0">
                <a:solidFill>
                  <a:srgbClr val="00AE9D"/>
                </a:solidFill>
              </a:rPr>
              <a:t>#00ae9d</a:t>
            </a:r>
            <a:r>
              <a:rPr lang="fr-FR" sz="1200" noProof="0"/>
              <a:t> / Lime green </a:t>
            </a:r>
            <a:r>
              <a:rPr lang="fr-FR" sz="1200" b="1" noProof="0">
                <a:solidFill>
                  <a:srgbClr val="ABE33F"/>
                </a:solidFill>
              </a:rPr>
              <a:t>#abe33f</a:t>
            </a:r>
          </a:p>
        </p:txBody>
      </p:sp>
      <p:sp>
        <p:nvSpPr>
          <p:cNvPr id="345" name="Google Shape;345;p35"/>
          <p:cNvSpPr txBox="1"/>
          <p:nvPr/>
        </p:nvSpPr>
        <p:spPr>
          <a:xfrm>
            <a:off x="886650" y="4171650"/>
            <a:ext cx="61488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You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don’t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need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to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keep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this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slide in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presentation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.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It’s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only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here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to serve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you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as a design guide if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you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need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to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create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new slides or download the fonts to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edit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1000" b="1" noProof="0" err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presentation</a:t>
            </a:r>
            <a:r>
              <a:rPr lang="fr-FR" sz="1000" b="1" noProof="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 in PowerPoint®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sz="1000" b="1" noProof="0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000" b="1" noProof="0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6" name="Google Shape;346;p3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29</a:t>
            </a:fld>
            <a:endParaRPr lang="fr-FR" noProof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>
            <a:spLocks noGrp="1"/>
          </p:cNvSpPr>
          <p:nvPr>
            <p:ph type="ctrTitle"/>
          </p:nvPr>
        </p:nvSpPr>
        <p:spPr>
          <a:xfrm>
            <a:off x="1815525" y="2040550"/>
            <a:ext cx="551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>
                <a:solidFill>
                  <a:schemeClr val="accent5"/>
                </a:solidFill>
              </a:rPr>
              <a:t>2.</a:t>
            </a:r>
            <a:br>
              <a:rPr lang="fr-FR" noProof="0"/>
            </a:br>
            <a:r>
              <a:rPr lang="fr-FR" noProof="0"/>
              <a:t>Extra </a:t>
            </a:r>
            <a:r>
              <a:rPr lang="fr-FR" noProof="0" err="1"/>
              <a:t>Resources</a:t>
            </a:r>
            <a:endParaRPr lang="fr-FR" noProof="0"/>
          </a:p>
        </p:txBody>
      </p:sp>
      <p:sp>
        <p:nvSpPr>
          <p:cNvPr id="352" name="Google Shape;352;p36"/>
          <p:cNvSpPr txBox="1">
            <a:spLocks noGrp="1"/>
          </p:cNvSpPr>
          <p:nvPr>
            <p:ph type="subTitle" idx="1"/>
          </p:nvPr>
        </p:nvSpPr>
        <p:spPr>
          <a:xfrm>
            <a:off x="1815375" y="3068650"/>
            <a:ext cx="551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For Business Plans, Marketing Plans, Project </a:t>
            </a:r>
            <a:r>
              <a:rPr lang="fr-FR" noProof="0" err="1"/>
              <a:t>Proposals</a:t>
            </a:r>
            <a:r>
              <a:rPr lang="fr-FR" noProof="0"/>
              <a:t>, </a:t>
            </a:r>
            <a:r>
              <a:rPr lang="fr-FR" noProof="0" err="1"/>
              <a:t>Lessons</a:t>
            </a:r>
            <a:r>
              <a:rPr lang="fr-FR" noProof="0"/>
              <a:t>, </a:t>
            </a:r>
            <a:r>
              <a:rPr lang="fr-FR" noProof="0" err="1"/>
              <a:t>etc</a:t>
            </a:r>
            <a:endParaRPr lang="fr-FR" noProof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9041DCCF-116C-11BF-B9DB-14AD75EB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>
            <a:extLst>
              <a:ext uri="{FF2B5EF4-FFF2-40B4-BE49-F238E27FC236}">
                <a16:creationId xmlns:a16="http://schemas.microsoft.com/office/drawing/2014/main" id="{1C6844AC-D45D-F656-9F84-4B34B60E24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Timeline</a:t>
            </a:r>
          </a:p>
        </p:txBody>
      </p:sp>
      <p:sp>
        <p:nvSpPr>
          <p:cNvPr id="358" name="Google Shape;358;p37">
            <a:extLst>
              <a:ext uri="{FF2B5EF4-FFF2-40B4-BE49-F238E27FC236}">
                <a16:creationId xmlns:a16="http://schemas.microsoft.com/office/drawing/2014/main" id="{F0D4AF3A-DFE6-510E-77A4-95A47AB736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31</a:t>
            </a:fld>
            <a:endParaRPr lang="fr-FR" noProof="0"/>
          </a:p>
        </p:txBody>
      </p:sp>
      <p:sp>
        <p:nvSpPr>
          <p:cNvPr id="359" name="Google Shape;359;p37">
            <a:extLst>
              <a:ext uri="{FF2B5EF4-FFF2-40B4-BE49-F238E27FC236}">
                <a16:creationId xmlns:a16="http://schemas.microsoft.com/office/drawing/2014/main" id="{16191A93-12A9-0B22-85E3-24E5C6E4EA91}"/>
              </a:ext>
            </a:extLst>
          </p:cNvPr>
          <p:cNvSpPr/>
          <p:nvPr/>
        </p:nvSpPr>
        <p:spPr>
          <a:xfrm>
            <a:off x="773520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DEC</a:t>
            </a:r>
          </a:p>
        </p:txBody>
      </p:sp>
      <p:sp>
        <p:nvSpPr>
          <p:cNvPr id="360" name="Google Shape;360;p37">
            <a:extLst>
              <a:ext uri="{FF2B5EF4-FFF2-40B4-BE49-F238E27FC236}">
                <a16:creationId xmlns:a16="http://schemas.microsoft.com/office/drawing/2014/main" id="{ED86D4C6-5F78-55CB-BDB7-4E852E28099C}"/>
              </a:ext>
            </a:extLst>
          </p:cNvPr>
          <p:cNvSpPr/>
          <p:nvPr/>
        </p:nvSpPr>
        <p:spPr>
          <a:xfrm>
            <a:off x="707512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NOV</a:t>
            </a:r>
          </a:p>
        </p:txBody>
      </p:sp>
      <p:sp>
        <p:nvSpPr>
          <p:cNvPr id="361" name="Google Shape;361;p37">
            <a:extLst>
              <a:ext uri="{FF2B5EF4-FFF2-40B4-BE49-F238E27FC236}">
                <a16:creationId xmlns:a16="http://schemas.microsoft.com/office/drawing/2014/main" id="{07899A21-3C4B-C0DE-6073-A4BB60CF5FB6}"/>
              </a:ext>
            </a:extLst>
          </p:cNvPr>
          <p:cNvSpPr/>
          <p:nvPr/>
        </p:nvSpPr>
        <p:spPr>
          <a:xfrm>
            <a:off x="6415040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OCT</a:t>
            </a:r>
          </a:p>
        </p:txBody>
      </p:sp>
      <p:sp>
        <p:nvSpPr>
          <p:cNvPr id="362" name="Google Shape;362;p37">
            <a:extLst>
              <a:ext uri="{FF2B5EF4-FFF2-40B4-BE49-F238E27FC236}">
                <a16:creationId xmlns:a16="http://schemas.microsoft.com/office/drawing/2014/main" id="{9B5B4A7A-2031-CCA0-DB2C-6D0CDE9C4062}"/>
              </a:ext>
            </a:extLst>
          </p:cNvPr>
          <p:cNvSpPr/>
          <p:nvPr/>
        </p:nvSpPr>
        <p:spPr>
          <a:xfrm>
            <a:off x="5754956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SEP</a:t>
            </a:r>
          </a:p>
        </p:txBody>
      </p:sp>
      <p:sp>
        <p:nvSpPr>
          <p:cNvPr id="363" name="Google Shape;363;p37">
            <a:extLst>
              <a:ext uri="{FF2B5EF4-FFF2-40B4-BE49-F238E27FC236}">
                <a16:creationId xmlns:a16="http://schemas.microsoft.com/office/drawing/2014/main" id="{6816D3C4-2F6A-FBD4-BF36-5FD9E9F2E88D}"/>
              </a:ext>
            </a:extLst>
          </p:cNvPr>
          <p:cNvSpPr/>
          <p:nvPr/>
        </p:nvSpPr>
        <p:spPr>
          <a:xfrm>
            <a:off x="5094872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AUG</a:t>
            </a:r>
          </a:p>
        </p:txBody>
      </p:sp>
      <p:sp>
        <p:nvSpPr>
          <p:cNvPr id="364" name="Google Shape;364;p37">
            <a:extLst>
              <a:ext uri="{FF2B5EF4-FFF2-40B4-BE49-F238E27FC236}">
                <a16:creationId xmlns:a16="http://schemas.microsoft.com/office/drawing/2014/main" id="{2C4D5E1D-48FE-E122-80D8-608954431118}"/>
              </a:ext>
            </a:extLst>
          </p:cNvPr>
          <p:cNvSpPr/>
          <p:nvPr/>
        </p:nvSpPr>
        <p:spPr>
          <a:xfrm>
            <a:off x="443478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JUL</a:t>
            </a:r>
          </a:p>
        </p:txBody>
      </p:sp>
      <p:sp>
        <p:nvSpPr>
          <p:cNvPr id="365" name="Google Shape;365;p37">
            <a:extLst>
              <a:ext uri="{FF2B5EF4-FFF2-40B4-BE49-F238E27FC236}">
                <a16:creationId xmlns:a16="http://schemas.microsoft.com/office/drawing/2014/main" id="{35A02707-B979-7B2D-E65C-73FB8B03859F}"/>
              </a:ext>
            </a:extLst>
          </p:cNvPr>
          <p:cNvSpPr/>
          <p:nvPr/>
        </p:nvSpPr>
        <p:spPr>
          <a:xfrm>
            <a:off x="377470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JUN</a:t>
            </a:r>
          </a:p>
        </p:txBody>
      </p:sp>
      <p:sp>
        <p:nvSpPr>
          <p:cNvPr id="366" name="Google Shape;366;p37">
            <a:extLst>
              <a:ext uri="{FF2B5EF4-FFF2-40B4-BE49-F238E27FC236}">
                <a16:creationId xmlns:a16="http://schemas.microsoft.com/office/drawing/2014/main" id="{6E01DC9B-8096-88A5-CC3B-025406DE4040}"/>
              </a:ext>
            </a:extLst>
          </p:cNvPr>
          <p:cNvSpPr/>
          <p:nvPr/>
        </p:nvSpPr>
        <p:spPr>
          <a:xfrm>
            <a:off x="3114619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MAY</a:t>
            </a:r>
          </a:p>
        </p:txBody>
      </p:sp>
      <p:sp>
        <p:nvSpPr>
          <p:cNvPr id="367" name="Google Shape;367;p37">
            <a:extLst>
              <a:ext uri="{FF2B5EF4-FFF2-40B4-BE49-F238E27FC236}">
                <a16:creationId xmlns:a16="http://schemas.microsoft.com/office/drawing/2014/main" id="{2566436D-CA80-E3A2-46A2-3BEB04F5130E}"/>
              </a:ext>
            </a:extLst>
          </p:cNvPr>
          <p:cNvSpPr/>
          <p:nvPr/>
        </p:nvSpPr>
        <p:spPr>
          <a:xfrm>
            <a:off x="2454535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APR</a:t>
            </a:r>
          </a:p>
        </p:txBody>
      </p:sp>
      <p:sp>
        <p:nvSpPr>
          <p:cNvPr id="368" name="Google Shape;368;p37">
            <a:extLst>
              <a:ext uri="{FF2B5EF4-FFF2-40B4-BE49-F238E27FC236}">
                <a16:creationId xmlns:a16="http://schemas.microsoft.com/office/drawing/2014/main" id="{EBA2CD31-3320-895F-B48D-1BFCF8940EB3}"/>
              </a:ext>
            </a:extLst>
          </p:cNvPr>
          <p:cNvSpPr/>
          <p:nvPr/>
        </p:nvSpPr>
        <p:spPr>
          <a:xfrm>
            <a:off x="1794451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MAR</a:t>
            </a:r>
          </a:p>
        </p:txBody>
      </p:sp>
      <p:sp>
        <p:nvSpPr>
          <p:cNvPr id="369" name="Google Shape;369;p37">
            <a:extLst>
              <a:ext uri="{FF2B5EF4-FFF2-40B4-BE49-F238E27FC236}">
                <a16:creationId xmlns:a16="http://schemas.microsoft.com/office/drawing/2014/main" id="{AC9D90DC-EA18-48A8-CAB3-FE589B52430C}"/>
              </a:ext>
            </a:extLst>
          </p:cNvPr>
          <p:cNvSpPr/>
          <p:nvPr/>
        </p:nvSpPr>
        <p:spPr>
          <a:xfrm>
            <a:off x="1134367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FEB</a:t>
            </a:r>
          </a:p>
        </p:txBody>
      </p:sp>
      <p:sp>
        <p:nvSpPr>
          <p:cNvPr id="370" name="Google Shape;370;p37">
            <a:extLst>
              <a:ext uri="{FF2B5EF4-FFF2-40B4-BE49-F238E27FC236}">
                <a16:creationId xmlns:a16="http://schemas.microsoft.com/office/drawing/2014/main" id="{06E792D5-DF4F-1EAD-EBC7-057427CE86A8}"/>
              </a:ext>
            </a:extLst>
          </p:cNvPr>
          <p:cNvSpPr/>
          <p:nvPr/>
        </p:nvSpPr>
        <p:spPr>
          <a:xfrm>
            <a:off x="474283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JAN</a:t>
            </a:r>
          </a:p>
        </p:txBody>
      </p:sp>
      <p:sp>
        <p:nvSpPr>
          <p:cNvPr id="371" name="Google Shape;371;p37">
            <a:extLst>
              <a:ext uri="{FF2B5EF4-FFF2-40B4-BE49-F238E27FC236}">
                <a16:creationId xmlns:a16="http://schemas.microsoft.com/office/drawing/2014/main" id="{FE9E1733-87EC-5007-9C08-C464D6C8341F}"/>
              </a:ext>
            </a:extLst>
          </p:cNvPr>
          <p:cNvSpPr/>
          <p:nvPr/>
        </p:nvSpPr>
        <p:spPr>
          <a:xfrm>
            <a:off x="0" y="275595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000" noProof="0">
              <a:solidFill>
                <a:schemeClr val="dk1"/>
              </a:solidFill>
            </a:endParaRPr>
          </a:p>
        </p:txBody>
      </p:sp>
      <p:cxnSp>
        <p:nvCxnSpPr>
          <p:cNvPr id="372" name="Google Shape;372;p37">
            <a:extLst>
              <a:ext uri="{FF2B5EF4-FFF2-40B4-BE49-F238E27FC236}">
                <a16:creationId xmlns:a16="http://schemas.microsoft.com/office/drawing/2014/main" id="{DB8DA5C7-67D1-3C03-1784-9D95202D14BF}"/>
              </a:ext>
            </a:extLst>
          </p:cNvPr>
          <p:cNvCxnSpPr/>
          <p:nvPr/>
        </p:nvCxnSpPr>
        <p:spPr>
          <a:xfrm rot="10800000">
            <a:off x="76892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3" name="Google Shape;373;p37">
            <a:extLst>
              <a:ext uri="{FF2B5EF4-FFF2-40B4-BE49-F238E27FC236}">
                <a16:creationId xmlns:a16="http://schemas.microsoft.com/office/drawing/2014/main" id="{B3A789F9-4009-2F90-99EC-27DBAD0F36CF}"/>
              </a:ext>
            </a:extLst>
          </p:cNvPr>
          <p:cNvSpPr txBox="1"/>
          <p:nvPr/>
        </p:nvSpPr>
        <p:spPr>
          <a:xfrm>
            <a:off x="72790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74" name="Google Shape;374;p37">
            <a:extLst>
              <a:ext uri="{FF2B5EF4-FFF2-40B4-BE49-F238E27FC236}">
                <a16:creationId xmlns:a16="http://schemas.microsoft.com/office/drawing/2014/main" id="{11C69FE0-BE41-C1DD-44F4-66559517F786}"/>
              </a:ext>
            </a:extLst>
          </p:cNvPr>
          <p:cNvCxnSpPr/>
          <p:nvPr/>
        </p:nvCxnSpPr>
        <p:spPr>
          <a:xfrm rot="10800000">
            <a:off x="209015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0FC2283C-955D-600C-29FB-7F1B3C94A0DE}"/>
              </a:ext>
            </a:extLst>
          </p:cNvPr>
          <p:cNvSpPr txBox="1"/>
          <p:nvPr/>
        </p:nvSpPr>
        <p:spPr>
          <a:xfrm>
            <a:off x="2050642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Red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danger and courage</a:t>
            </a:r>
          </a:p>
        </p:txBody>
      </p:sp>
      <p:cxnSp>
        <p:nvCxnSpPr>
          <p:cNvPr id="376" name="Google Shape;376;p37">
            <a:extLst>
              <a:ext uri="{FF2B5EF4-FFF2-40B4-BE49-F238E27FC236}">
                <a16:creationId xmlns:a16="http://schemas.microsoft.com/office/drawing/2014/main" id="{23800CAF-CBA8-E9E7-37AD-CA78EC2717DD}"/>
              </a:ext>
            </a:extLst>
          </p:cNvPr>
          <p:cNvCxnSpPr/>
          <p:nvPr/>
        </p:nvCxnSpPr>
        <p:spPr>
          <a:xfrm rot="10800000">
            <a:off x="341139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7" name="Google Shape;377;p37">
            <a:extLst>
              <a:ext uri="{FF2B5EF4-FFF2-40B4-BE49-F238E27FC236}">
                <a16:creationId xmlns:a16="http://schemas.microsoft.com/office/drawing/2014/main" id="{8A1AE7FE-1F82-7B65-8C57-1D86B5C23816}"/>
              </a:ext>
            </a:extLst>
          </p:cNvPr>
          <p:cNvSpPr txBox="1"/>
          <p:nvPr/>
        </p:nvSpPr>
        <p:spPr>
          <a:xfrm>
            <a:off x="3373384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Black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ebony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and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outer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space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78" name="Google Shape;378;p37">
            <a:extLst>
              <a:ext uri="{FF2B5EF4-FFF2-40B4-BE49-F238E27FC236}">
                <a16:creationId xmlns:a16="http://schemas.microsoft.com/office/drawing/2014/main" id="{0CC5CEEF-1F6E-B6BE-E74B-6C6273BE66BB}"/>
              </a:ext>
            </a:extLst>
          </p:cNvPr>
          <p:cNvCxnSpPr/>
          <p:nvPr/>
        </p:nvCxnSpPr>
        <p:spPr>
          <a:xfrm rot="10800000">
            <a:off x="473262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9" name="Google Shape;379;p37">
            <a:extLst>
              <a:ext uri="{FF2B5EF4-FFF2-40B4-BE49-F238E27FC236}">
                <a16:creationId xmlns:a16="http://schemas.microsoft.com/office/drawing/2014/main" id="{F43D0101-5BB0-A48F-7A1B-7C631B9B747B}"/>
              </a:ext>
            </a:extLst>
          </p:cNvPr>
          <p:cNvSpPr txBox="1"/>
          <p:nvPr/>
        </p:nvSpPr>
        <p:spPr>
          <a:xfrm>
            <a:off x="4696126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Yellow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gold, butter and ripe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lemons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80" name="Google Shape;380;p37">
            <a:extLst>
              <a:ext uri="{FF2B5EF4-FFF2-40B4-BE49-F238E27FC236}">
                <a16:creationId xmlns:a16="http://schemas.microsoft.com/office/drawing/2014/main" id="{DB05BCB2-006B-C459-9951-4A08932FCA6C}"/>
              </a:ext>
            </a:extLst>
          </p:cNvPr>
          <p:cNvCxnSpPr/>
          <p:nvPr/>
        </p:nvCxnSpPr>
        <p:spPr>
          <a:xfrm rot="10800000">
            <a:off x="605386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1" name="Google Shape;381;p37">
            <a:extLst>
              <a:ext uri="{FF2B5EF4-FFF2-40B4-BE49-F238E27FC236}">
                <a16:creationId xmlns:a16="http://schemas.microsoft.com/office/drawing/2014/main" id="{399910E0-59BB-56ED-B166-1202E74366B2}"/>
              </a:ext>
            </a:extLst>
          </p:cNvPr>
          <p:cNvSpPr txBox="1"/>
          <p:nvPr/>
        </p:nvSpPr>
        <p:spPr>
          <a:xfrm>
            <a:off x="6018868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White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milk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and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fresh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snow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82" name="Google Shape;382;p37">
            <a:extLst>
              <a:ext uri="{FF2B5EF4-FFF2-40B4-BE49-F238E27FC236}">
                <a16:creationId xmlns:a16="http://schemas.microsoft.com/office/drawing/2014/main" id="{7F2E8301-C194-5F21-AB60-CA062A05D3A6}"/>
              </a:ext>
            </a:extLst>
          </p:cNvPr>
          <p:cNvCxnSpPr/>
          <p:nvPr/>
        </p:nvCxnSpPr>
        <p:spPr>
          <a:xfrm rot="10800000">
            <a:off x="737509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00D7F159-94BB-A801-8456-8F34D6BA07E2}"/>
              </a:ext>
            </a:extLst>
          </p:cNvPr>
          <p:cNvSpPr txBox="1"/>
          <p:nvPr/>
        </p:nvSpPr>
        <p:spPr>
          <a:xfrm>
            <a:off x="734161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84" name="Google Shape;384;p37">
            <a:extLst>
              <a:ext uri="{FF2B5EF4-FFF2-40B4-BE49-F238E27FC236}">
                <a16:creationId xmlns:a16="http://schemas.microsoft.com/office/drawing/2014/main" id="{1EED3455-9089-7B58-7CC3-DFCDD0599AA2}"/>
              </a:ext>
            </a:extLst>
          </p:cNvPr>
          <p:cNvCxnSpPr/>
          <p:nvPr/>
        </p:nvCxnSpPr>
        <p:spPr>
          <a:xfrm rot="10800000">
            <a:off x="143968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5" name="Google Shape;385;p37">
            <a:extLst>
              <a:ext uri="{FF2B5EF4-FFF2-40B4-BE49-F238E27FC236}">
                <a16:creationId xmlns:a16="http://schemas.microsoft.com/office/drawing/2014/main" id="{821E800D-FD3D-6823-E394-3234E7FCE13B}"/>
              </a:ext>
            </a:extLst>
          </p:cNvPr>
          <p:cNvSpPr txBox="1"/>
          <p:nvPr/>
        </p:nvSpPr>
        <p:spPr>
          <a:xfrm>
            <a:off x="1369548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Yellow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gold, butter and ripe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lemons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86" name="Google Shape;386;p37">
            <a:extLst>
              <a:ext uri="{FF2B5EF4-FFF2-40B4-BE49-F238E27FC236}">
                <a16:creationId xmlns:a16="http://schemas.microsoft.com/office/drawing/2014/main" id="{04F3DF25-272C-CC62-FF9E-15E48C03B067}"/>
              </a:ext>
            </a:extLst>
          </p:cNvPr>
          <p:cNvCxnSpPr/>
          <p:nvPr/>
        </p:nvCxnSpPr>
        <p:spPr>
          <a:xfrm rot="10800000">
            <a:off x="276092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7" name="Google Shape;387;p37">
            <a:extLst>
              <a:ext uri="{FF2B5EF4-FFF2-40B4-BE49-F238E27FC236}">
                <a16:creationId xmlns:a16="http://schemas.microsoft.com/office/drawing/2014/main" id="{E5A151D5-8DC7-68DD-1D08-CAA235A9C70E}"/>
              </a:ext>
            </a:extLst>
          </p:cNvPr>
          <p:cNvSpPr txBox="1"/>
          <p:nvPr/>
        </p:nvSpPr>
        <p:spPr>
          <a:xfrm>
            <a:off x="2699944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White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milk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and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fresh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snow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88" name="Google Shape;388;p37">
            <a:extLst>
              <a:ext uri="{FF2B5EF4-FFF2-40B4-BE49-F238E27FC236}">
                <a16:creationId xmlns:a16="http://schemas.microsoft.com/office/drawing/2014/main" id="{4C1D00D4-82A7-B5A4-5C2E-43388DC73777}"/>
              </a:ext>
            </a:extLst>
          </p:cNvPr>
          <p:cNvCxnSpPr/>
          <p:nvPr/>
        </p:nvCxnSpPr>
        <p:spPr>
          <a:xfrm rot="10800000">
            <a:off x="408215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9" name="Google Shape;389;p37">
            <a:extLst>
              <a:ext uri="{FF2B5EF4-FFF2-40B4-BE49-F238E27FC236}">
                <a16:creationId xmlns:a16="http://schemas.microsoft.com/office/drawing/2014/main" id="{CB606174-2639-D906-B215-AF3493FD211C}"/>
              </a:ext>
            </a:extLst>
          </p:cNvPr>
          <p:cNvSpPr txBox="1"/>
          <p:nvPr/>
        </p:nvSpPr>
        <p:spPr>
          <a:xfrm>
            <a:off x="4030339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90" name="Google Shape;390;p37">
            <a:extLst>
              <a:ext uri="{FF2B5EF4-FFF2-40B4-BE49-F238E27FC236}">
                <a16:creationId xmlns:a16="http://schemas.microsoft.com/office/drawing/2014/main" id="{419C117A-75B9-BF3F-F03C-507647833233}"/>
              </a:ext>
            </a:extLst>
          </p:cNvPr>
          <p:cNvCxnSpPr/>
          <p:nvPr/>
        </p:nvCxnSpPr>
        <p:spPr>
          <a:xfrm rot="10800000">
            <a:off x="540339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1" name="Google Shape;391;p37">
            <a:extLst>
              <a:ext uri="{FF2B5EF4-FFF2-40B4-BE49-F238E27FC236}">
                <a16:creationId xmlns:a16="http://schemas.microsoft.com/office/drawing/2014/main" id="{7907C2EF-467F-2C09-9ED5-D8278A11E042}"/>
              </a:ext>
            </a:extLst>
          </p:cNvPr>
          <p:cNvSpPr txBox="1"/>
          <p:nvPr/>
        </p:nvSpPr>
        <p:spPr>
          <a:xfrm>
            <a:off x="5360735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Red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danger and courage</a:t>
            </a:r>
          </a:p>
        </p:txBody>
      </p:sp>
      <p:cxnSp>
        <p:nvCxnSpPr>
          <p:cNvPr id="392" name="Google Shape;392;p37">
            <a:extLst>
              <a:ext uri="{FF2B5EF4-FFF2-40B4-BE49-F238E27FC236}">
                <a16:creationId xmlns:a16="http://schemas.microsoft.com/office/drawing/2014/main" id="{A95AC942-18CC-B4D0-DE76-29FCE68C9308}"/>
              </a:ext>
            </a:extLst>
          </p:cNvPr>
          <p:cNvCxnSpPr/>
          <p:nvPr/>
        </p:nvCxnSpPr>
        <p:spPr>
          <a:xfrm rot="10800000">
            <a:off x="672462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3" name="Google Shape;393;p37">
            <a:extLst>
              <a:ext uri="{FF2B5EF4-FFF2-40B4-BE49-F238E27FC236}">
                <a16:creationId xmlns:a16="http://schemas.microsoft.com/office/drawing/2014/main" id="{7544BA6C-374C-D136-7E3F-0667F1E2E21F}"/>
              </a:ext>
            </a:extLst>
          </p:cNvPr>
          <p:cNvSpPr txBox="1"/>
          <p:nvPr/>
        </p:nvSpPr>
        <p:spPr>
          <a:xfrm>
            <a:off x="6691131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Black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ebony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and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outer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space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94" name="Google Shape;394;p37">
            <a:extLst>
              <a:ext uri="{FF2B5EF4-FFF2-40B4-BE49-F238E27FC236}">
                <a16:creationId xmlns:a16="http://schemas.microsoft.com/office/drawing/2014/main" id="{BA3A2E42-FB96-4000-3615-A4E8185108A9}"/>
              </a:ext>
            </a:extLst>
          </p:cNvPr>
          <p:cNvCxnSpPr/>
          <p:nvPr/>
        </p:nvCxnSpPr>
        <p:spPr>
          <a:xfrm rot="10800000">
            <a:off x="804586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5" name="Google Shape;395;p37">
            <a:extLst>
              <a:ext uri="{FF2B5EF4-FFF2-40B4-BE49-F238E27FC236}">
                <a16:creationId xmlns:a16="http://schemas.microsoft.com/office/drawing/2014/main" id="{076B5348-E556-C614-4CCF-2E91F4703AA9}"/>
              </a:ext>
            </a:extLst>
          </p:cNvPr>
          <p:cNvSpPr txBox="1"/>
          <p:nvPr/>
        </p:nvSpPr>
        <p:spPr>
          <a:xfrm>
            <a:off x="8008073" y="3648150"/>
            <a:ext cx="1034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Yellow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gold, butter and ripe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lemons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555786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Roadmap</a:t>
            </a:r>
          </a:p>
        </p:txBody>
      </p:sp>
      <p:sp>
        <p:nvSpPr>
          <p:cNvPr id="401" name="Google Shape;401;p3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32</a:t>
            </a:fld>
            <a:endParaRPr lang="fr-FR" noProof="0"/>
          </a:p>
        </p:txBody>
      </p:sp>
      <p:sp>
        <p:nvSpPr>
          <p:cNvPr id="402" name="Google Shape;402;p38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noProof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noProof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" name="Google Shape;404;p38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405" name="Google Shape;405;p38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06" name="Google Shape;406;p38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6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1</a:t>
              </a:r>
            </a:p>
          </p:txBody>
        </p:sp>
      </p:grpSp>
      <p:grpSp>
        <p:nvGrpSpPr>
          <p:cNvPr id="407" name="Google Shape;407;p38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408" name="Google Shape;408;p38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09" name="Google Shape;409;p38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6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3</a:t>
              </a:r>
            </a:p>
          </p:txBody>
        </p:sp>
      </p:grpSp>
      <p:grpSp>
        <p:nvGrpSpPr>
          <p:cNvPr id="410" name="Google Shape;410;p38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411" name="Google Shape;411;p38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6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5</a:t>
              </a:r>
            </a:p>
          </p:txBody>
        </p:sp>
      </p:grpSp>
      <p:grpSp>
        <p:nvGrpSpPr>
          <p:cNvPr id="413" name="Google Shape;413;p38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414" name="Google Shape;414;p38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15" name="Google Shape;415;p38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6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6</a:t>
              </a:r>
            </a:p>
          </p:txBody>
        </p:sp>
      </p:grpSp>
      <p:grpSp>
        <p:nvGrpSpPr>
          <p:cNvPr id="416" name="Google Shape;416;p38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417" name="Google Shape;417;p38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18" name="Google Shape;418;p38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6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4</a:t>
              </a:r>
            </a:p>
          </p:txBody>
        </p:sp>
      </p:grpSp>
      <p:grpSp>
        <p:nvGrpSpPr>
          <p:cNvPr id="419" name="Google Shape;419;p38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420" name="Google Shape;420;p38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6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2</a:t>
              </a:r>
            </a:p>
          </p:txBody>
        </p:sp>
      </p:grpSp>
      <p:sp>
        <p:nvSpPr>
          <p:cNvPr id="422" name="Google Shape;422;p38"/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Red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danger and courage</a:t>
            </a:r>
          </a:p>
        </p:txBody>
      </p:sp>
      <p:sp>
        <p:nvSpPr>
          <p:cNvPr id="424" name="Google Shape;424;p38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Black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ebony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and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outer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space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5" name="Google Shape;425;p38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Yellow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gold, butter and ripe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lemons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6" name="Google Shape;426;p38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White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milk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and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fresh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snow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7" name="Google Shape;427;p38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7F54E352-DB0A-DB18-65D0-BE8F8204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roupe 334">
            <a:extLst>
              <a:ext uri="{FF2B5EF4-FFF2-40B4-BE49-F238E27FC236}">
                <a16:creationId xmlns:a16="http://schemas.microsoft.com/office/drawing/2014/main" id="{A40AD87E-B79D-E5DE-7AE2-CD3FC09C8AF1}"/>
              </a:ext>
            </a:extLst>
          </p:cNvPr>
          <p:cNvGrpSpPr/>
          <p:nvPr/>
        </p:nvGrpSpPr>
        <p:grpSpPr>
          <a:xfrm>
            <a:off x="0" y="2772000"/>
            <a:ext cx="8558108" cy="2034600"/>
            <a:chOff x="0" y="2554020"/>
            <a:chExt cx="8558108" cy="2034600"/>
          </a:xfrm>
        </p:grpSpPr>
        <p:sp>
          <p:nvSpPr>
            <p:cNvPr id="42" name="Google Shape;359;p37">
              <a:extLst>
                <a:ext uri="{FF2B5EF4-FFF2-40B4-BE49-F238E27FC236}">
                  <a16:creationId xmlns:a16="http://schemas.microsoft.com/office/drawing/2014/main" id="{84A84FC2-A43B-B155-096E-575294C7B9BA}"/>
                </a:ext>
              </a:extLst>
            </p:cNvPr>
            <p:cNvSpPr/>
            <p:nvPr/>
          </p:nvSpPr>
          <p:spPr>
            <a:xfrm>
              <a:off x="7735208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bg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DEC</a:t>
              </a:r>
            </a:p>
          </p:txBody>
        </p:sp>
        <p:sp>
          <p:nvSpPr>
            <p:cNvPr id="43" name="Google Shape;360;p37">
              <a:extLst>
                <a:ext uri="{FF2B5EF4-FFF2-40B4-BE49-F238E27FC236}">
                  <a16:creationId xmlns:a16="http://schemas.microsoft.com/office/drawing/2014/main" id="{44B375BA-D288-37A7-6EB3-C85F1858550E}"/>
                </a:ext>
              </a:extLst>
            </p:cNvPr>
            <p:cNvSpPr/>
            <p:nvPr/>
          </p:nvSpPr>
          <p:spPr>
            <a:xfrm>
              <a:off x="7075124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bg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NOV</a:t>
              </a:r>
            </a:p>
          </p:txBody>
        </p:sp>
        <p:sp>
          <p:nvSpPr>
            <p:cNvPr id="44" name="Google Shape;361;p37">
              <a:extLst>
                <a:ext uri="{FF2B5EF4-FFF2-40B4-BE49-F238E27FC236}">
                  <a16:creationId xmlns:a16="http://schemas.microsoft.com/office/drawing/2014/main" id="{4EB49527-EF62-E814-CB12-6681BA512180}"/>
                </a:ext>
              </a:extLst>
            </p:cNvPr>
            <p:cNvSpPr/>
            <p:nvPr/>
          </p:nvSpPr>
          <p:spPr>
            <a:xfrm>
              <a:off x="6415040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bg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OCT</a:t>
              </a:r>
            </a:p>
          </p:txBody>
        </p:sp>
        <p:sp>
          <p:nvSpPr>
            <p:cNvPr id="45" name="Google Shape;362;p37">
              <a:extLst>
                <a:ext uri="{FF2B5EF4-FFF2-40B4-BE49-F238E27FC236}">
                  <a16:creationId xmlns:a16="http://schemas.microsoft.com/office/drawing/2014/main" id="{E9FCA94A-AC4D-DD83-B549-D33D8B5D2FD2}"/>
                </a:ext>
              </a:extLst>
            </p:cNvPr>
            <p:cNvSpPr/>
            <p:nvPr/>
          </p:nvSpPr>
          <p:spPr>
            <a:xfrm>
              <a:off x="5754956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4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SEP</a:t>
              </a:r>
            </a:p>
          </p:txBody>
        </p:sp>
        <p:sp>
          <p:nvSpPr>
            <p:cNvPr id="46" name="Google Shape;363;p37">
              <a:extLst>
                <a:ext uri="{FF2B5EF4-FFF2-40B4-BE49-F238E27FC236}">
                  <a16:creationId xmlns:a16="http://schemas.microsoft.com/office/drawing/2014/main" id="{E312265F-798C-28CD-17DD-D98BB1842B55}"/>
                </a:ext>
              </a:extLst>
            </p:cNvPr>
            <p:cNvSpPr/>
            <p:nvPr/>
          </p:nvSpPr>
          <p:spPr>
            <a:xfrm>
              <a:off x="5094872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AUG</a:t>
              </a:r>
            </a:p>
          </p:txBody>
        </p:sp>
        <p:sp>
          <p:nvSpPr>
            <p:cNvPr id="47" name="Google Shape;364;p37">
              <a:extLst>
                <a:ext uri="{FF2B5EF4-FFF2-40B4-BE49-F238E27FC236}">
                  <a16:creationId xmlns:a16="http://schemas.microsoft.com/office/drawing/2014/main" id="{E474201F-7CA2-39E8-63B1-3FF421774B77}"/>
                </a:ext>
              </a:extLst>
            </p:cNvPr>
            <p:cNvSpPr/>
            <p:nvPr/>
          </p:nvSpPr>
          <p:spPr>
            <a:xfrm>
              <a:off x="4434788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JUL</a:t>
              </a:r>
            </a:p>
          </p:txBody>
        </p:sp>
        <p:sp>
          <p:nvSpPr>
            <p:cNvPr id="48" name="Google Shape;365;p37">
              <a:extLst>
                <a:ext uri="{FF2B5EF4-FFF2-40B4-BE49-F238E27FC236}">
                  <a16:creationId xmlns:a16="http://schemas.microsoft.com/office/drawing/2014/main" id="{FD8593D3-3529-90C3-05B0-34DD23A831D6}"/>
                </a:ext>
              </a:extLst>
            </p:cNvPr>
            <p:cNvSpPr/>
            <p:nvPr/>
          </p:nvSpPr>
          <p:spPr>
            <a:xfrm>
              <a:off x="3774704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JUN</a:t>
              </a:r>
            </a:p>
          </p:txBody>
        </p:sp>
        <p:sp>
          <p:nvSpPr>
            <p:cNvPr id="49" name="Google Shape;366;p37">
              <a:extLst>
                <a:ext uri="{FF2B5EF4-FFF2-40B4-BE49-F238E27FC236}">
                  <a16:creationId xmlns:a16="http://schemas.microsoft.com/office/drawing/2014/main" id="{66E2C3D7-A6E2-E59B-15E7-EDB5C060118E}"/>
                </a:ext>
              </a:extLst>
            </p:cNvPr>
            <p:cNvSpPr/>
            <p:nvPr/>
          </p:nvSpPr>
          <p:spPr>
            <a:xfrm>
              <a:off x="3114619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MAY</a:t>
              </a:r>
            </a:p>
          </p:txBody>
        </p:sp>
        <p:sp>
          <p:nvSpPr>
            <p:cNvPr id="50" name="Google Shape;367;p37">
              <a:extLst>
                <a:ext uri="{FF2B5EF4-FFF2-40B4-BE49-F238E27FC236}">
                  <a16:creationId xmlns:a16="http://schemas.microsoft.com/office/drawing/2014/main" id="{817741EF-6B52-802C-B885-69A5B041E5CC}"/>
                </a:ext>
              </a:extLst>
            </p:cNvPr>
            <p:cNvSpPr/>
            <p:nvPr/>
          </p:nvSpPr>
          <p:spPr>
            <a:xfrm>
              <a:off x="2454535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APR</a:t>
              </a:r>
            </a:p>
          </p:txBody>
        </p:sp>
        <p:sp>
          <p:nvSpPr>
            <p:cNvPr id="51" name="Google Shape;368;p37">
              <a:extLst>
                <a:ext uri="{FF2B5EF4-FFF2-40B4-BE49-F238E27FC236}">
                  <a16:creationId xmlns:a16="http://schemas.microsoft.com/office/drawing/2014/main" id="{9A6CF519-5D01-7AE2-EA6B-FF2F02915AA2}"/>
                </a:ext>
              </a:extLst>
            </p:cNvPr>
            <p:cNvSpPr/>
            <p:nvPr/>
          </p:nvSpPr>
          <p:spPr>
            <a:xfrm>
              <a:off x="1794451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MAR</a:t>
              </a:r>
            </a:p>
          </p:txBody>
        </p:sp>
        <p:sp>
          <p:nvSpPr>
            <p:cNvPr id="52" name="Google Shape;369;p37">
              <a:extLst>
                <a:ext uri="{FF2B5EF4-FFF2-40B4-BE49-F238E27FC236}">
                  <a16:creationId xmlns:a16="http://schemas.microsoft.com/office/drawing/2014/main" id="{A0EEC98F-2D65-E70D-F335-117D2E6BD0DC}"/>
                </a:ext>
              </a:extLst>
            </p:cNvPr>
            <p:cNvSpPr/>
            <p:nvPr/>
          </p:nvSpPr>
          <p:spPr>
            <a:xfrm>
              <a:off x="1134367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FEB</a:t>
              </a:r>
            </a:p>
          </p:txBody>
        </p:sp>
        <p:sp>
          <p:nvSpPr>
            <p:cNvPr id="53" name="Google Shape;370;p37">
              <a:extLst>
                <a:ext uri="{FF2B5EF4-FFF2-40B4-BE49-F238E27FC236}">
                  <a16:creationId xmlns:a16="http://schemas.microsoft.com/office/drawing/2014/main" id="{7176A6FB-BA10-147C-7C3F-FC204A158EF2}"/>
                </a:ext>
              </a:extLst>
            </p:cNvPr>
            <p:cNvSpPr/>
            <p:nvPr/>
          </p:nvSpPr>
          <p:spPr>
            <a:xfrm>
              <a:off x="474283" y="3373170"/>
              <a:ext cx="822900" cy="393600"/>
            </a:xfrm>
            <a:prstGeom prst="homePlate">
              <a:avLst>
                <a:gd name="adj" fmla="val 320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2743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JAN</a:t>
              </a:r>
            </a:p>
          </p:txBody>
        </p:sp>
        <p:sp>
          <p:nvSpPr>
            <p:cNvPr id="54" name="Google Shape;371;p37">
              <a:extLst>
                <a:ext uri="{FF2B5EF4-FFF2-40B4-BE49-F238E27FC236}">
                  <a16:creationId xmlns:a16="http://schemas.microsoft.com/office/drawing/2014/main" id="{E4D65EF3-5B59-CEDD-F43A-6CB94A92CDDF}"/>
                </a:ext>
              </a:extLst>
            </p:cNvPr>
            <p:cNvSpPr/>
            <p:nvPr/>
          </p:nvSpPr>
          <p:spPr>
            <a:xfrm>
              <a:off x="0" y="3373170"/>
              <a:ext cx="637200" cy="393600"/>
            </a:xfrm>
            <a:prstGeom prst="homePlate">
              <a:avLst>
                <a:gd name="adj" fmla="val 32030"/>
              </a:avLst>
            </a:prstGeom>
            <a:solidFill>
              <a:schemeClr val="lt2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 noProof="0">
                  <a:solidFill>
                    <a:schemeClr val="dk1"/>
                  </a:solidFill>
                </a:rPr>
                <a:t>2026</a:t>
              </a:r>
            </a:p>
          </p:txBody>
        </p:sp>
        <p:cxnSp>
          <p:nvCxnSpPr>
            <p:cNvPr id="55" name="Google Shape;372;p37">
              <a:extLst>
                <a:ext uri="{FF2B5EF4-FFF2-40B4-BE49-F238E27FC236}">
                  <a16:creationId xmlns:a16="http://schemas.microsoft.com/office/drawing/2014/main" id="{8C4289F8-BDEF-2070-91AA-3150D8888BB9}"/>
                </a:ext>
              </a:extLst>
            </p:cNvPr>
            <p:cNvCxnSpPr/>
            <p:nvPr/>
          </p:nvCxnSpPr>
          <p:spPr>
            <a:xfrm rot="10800000">
              <a:off x="768923" y="3109751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56" name="Google Shape;373;p37">
              <a:extLst>
                <a:ext uri="{FF2B5EF4-FFF2-40B4-BE49-F238E27FC236}">
                  <a16:creationId xmlns:a16="http://schemas.microsoft.com/office/drawing/2014/main" id="{7AB7D59B-F891-6C9E-507B-481525C15FA8}"/>
                </a:ext>
              </a:extLst>
            </p:cNvPr>
            <p:cNvSpPr txBox="1"/>
            <p:nvPr/>
          </p:nvSpPr>
          <p:spPr>
            <a:xfrm>
              <a:off x="727900" y="2554105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Blue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is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 </a:t>
              </a:r>
            </a:p>
          </p:txBody>
        </p:sp>
        <p:cxnSp>
          <p:nvCxnSpPr>
            <p:cNvPr id="57" name="Google Shape;374;p37">
              <a:extLst>
                <a:ext uri="{FF2B5EF4-FFF2-40B4-BE49-F238E27FC236}">
                  <a16:creationId xmlns:a16="http://schemas.microsoft.com/office/drawing/2014/main" id="{47C7F98C-98B4-E9EC-A6D3-4F14F255251A}"/>
                </a:ext>
              </a:extLst>
            </p:cNvPr>
            <p:cNvCxnSpPr/>
            <p:nvPr/>
          </p:nvCxnSpPr>
          <p:spPr>
            <a:xfrm rot="10800000">
              <a:off x="2090158" y="3109751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58" name="Google Shape;375;p37">
              <a:extLst>
                <a:ext uri="{FF2B5EF4-FFF2-40B4-BE49-F238E27FC236}">
                  <a16:creationId xmlns:a16="http://schemas.microsoft.com/office/drawing/2014/main" id="{BAAD38B2-9011-7609-EB1D-4AAB37A22729}"/>
                </a:ext>
              </a:extLst>
            </p:cNvPr>
            <p:cNvSpPr txBox="1"/>
            <p:nvPr/>
          </p:nvSpPr>
          <p:spPr>
            <a:xfrm>
              <a:off x="2050642" y="255402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Red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is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 the</a:t>
              </a:r>
            </a:p>
          </p:txBody>
        </p:sp>
        <p:cxnSp>
          <p:nvCxnSpPr>
            <p:cNvPr id="59" name="Google Shape;376;p37">
              <a:extLst>
                <a:ext uri="{FF2B5EF4-FFF2-40B4-BE49-F238E27FC236}">
                  <a16:creationId xmlns:a16="http://schemas.microsoft.com/office/drawing/2014/main" id="{E2DD5D3E-BEC6-A03A-3587-95C08BDE6DC0}"/>
                </a:ext>
              </a:extLst>
            </p:cNvPr>
            <p:cNvCxnSpPr/>
            <p:nvPr/>
          </p:nvCxnSpPr>
          <p:spPr>
            <a:xfrm rot="10800000">
              <a:off x="3411393" y="3109751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60" name="Google Shape;377;p37">
              <a:extLst>
                <a:ext uri="{FF2B5EF4-FFF2-40B4-BE49-F238E27FC236}">
                  <a16:creationId xmlns:a16="http://schemas.microsoft.com/office/drawing/2014/main" id="{4D3246D9-BA83-E6F9-4354-BE786A29494F}"/>
                </a:ext>
              </a:extLst>
            </p:cNvPr>
            <p:cNvSpPr txBox="1"/>
            <p:nvPr/>
          </p:nvSpPr>
          <p:spPr>
            <a:xfrm>
              <a:off x="3373384" y="255402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Black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is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 the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color</a:t>
              </a:r>
              <a:endPara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cxnSp>
          <p:nvCxnSpPr>
            <p:cNvPr id="61" name="Google Shape;378;p37">
              <a:extLst>
                <a:ext uri="{FF2B5EF4-FFF2-40B4-BE49-F238E27FC236}">
                  <a16:creationId xmlns:a16="http://schemas.microsoft.com/office/drawing/2014/main" id="{3EF52975-C6B1-B9D5-A3FA-45A4D618A421}"/>
                </a:ext>
              </a:extLst>
            </p:cNvPr>
            <p:cNvCxnSpPr/>
            <p:nvPr/>
          </p:nvCxnSpPr>
          <p:spPr>
            <a:xfrm rot="10800000">
              <a:off x="4732628" y="3109751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62" name="Google Shape;379;p37">
              <a:extLst>
                <a:ext uri="{FF2B5EF4-FFF2-40B4-BE49-F238E27FC236}">
                  <a16:creationId xmlns:a16="http://schemas.microsoft.com/office/drawing/2014/main" id="{4958FE8B-9110-8AA4-539E-FFB27DD0A0AF}"/>
                </a:ext>
              </a:extLst>
            </p:cNvPr>
            <p:cNvSpPr txBox="1"/>
            <p:nvPr/>
          </p:nvSpPr>
          <p:spPr>
            <a:xfrm>
              <a:off x="4696126" y="255402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Yellow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is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 the colo</a:t>
              </a:r>
            </a:p>
          </p:txBody>
        </p:sp>
        <p:cxnSp>
          <p:nvCxnSpPr>
            <p:cNvPr id="63" name="Google Shape;380;p37">
              <a:extLst>
                <a:ext uri="{FF2B5EF4-FFF2-40B4-BE49-F238E27FC236}">
                  <a16:creationId xmlns:a16="http://schemas.microsoft.com/office/drawing/2014/main" id="{C677BEA0-F69B-514E-574A-4CB034A93634}"/>
                </a:ext>
              </a:extLst>
            </p:cNvPr>
            <p:cNvCxnSpPr/>
            <p:nvPr/>
          </p:nvCxnSpPr>
          <p:spPr>
            <a:xfrm rot="10800000">
              <a:off x="6053863" y="3109751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320" name="Google Shape;381;p37">
              <a:extLst>
                <a:ext uri="{FF2B5EF4-FFF2-40B4-BE49-F238E27FC236}">
                  <a16:creationId xmlns:a16="http://schemas.microsoft.com/office/drawing/2014/main" id="{14BFB109-AE5F-A33E-362C-39426342B76A}"/>
                </a:ext>
              </a:extLst>
            </p:cNvPr>
            <p:cNvSpPr txBox="1"/>
            <p:nvPr/>
          </p:nvSpPr>
          <p:spPr>
            <a:xfrm>
              <a:off x="6018868" y="255402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White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is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 t</a:t>
              </a:r>
            </a:p>
          </p:txBody>
        </p:sp>
        <p:cxnSp>
          <p:nvCxnSpPr>
            <p:cNvPr id="323" name="Google Shape;384;p37">
              <a:extLst>
                <a:ext uri="{FF2B5EF4-FFF2-40B4-BE49-F238E27FC236}">
                  <a16:creationId xmlns:a16="http://schemas.microsoft.com/office/drawing/2014/main" id="{1FA9BF72-7631-BB4B-9156-BC9C6C00256A}"/>
                </a:ext>
              </a:extLst>
            </p:cNvPr>
            <p:cNvCxnSpPr/>
            <p:nvPr/>
          </p:nvCxnSpPr>
          <p:spPr>
            <a:xfrm rot="10800000">
              <a:off x="1439687" y="3742020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324" name="Google Shape;385;p37">
              <a:extLst>
                <a:ext uri="{FF2B5EF4-FFF2-40B4-BE49-F238E27FC236}">
                  <a16:creationId xmlns:a16="http://schemas.microsoft.com/office/drawing/2014/main" id="{10CCA661-B664-819B-7C38-589A8E96E1AB}"/>
                </a:ext>
              </a:extLst>
            </p:cNvPr>
            <p:cNvSpPr txBox="1"/>
            <p:nvPr/>
          </p:nvSpPr>
          <p:spPr>
            <a:xfrm>
              <a:off x="1369548" y="4054296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Yellow </a:t>
              </a:r>
            </a:p>
          </p:txBody>
        </p:sp>
        <p:cxnSp>
          <p:nvCxnSpPr>
            <p:cNvPr id="325" name="Google Shape;386;p37">
              <a:extLst>
                <a:ext uri="{FF2B5EF4-FFF2-40B4-BE49-F238E27FC236}">
                  <a16:creationId xmlns:a16="http://schemas.microsoft.com/office/drawing/2014/main" id="{94F09622-A076-E758-CA46-661977C0128D}"/>
                </a:ext>
              </a:extLst>
            </p:cNvPr>
            <p:cNvCxnSpPr/>
            <p:nvPr/>
          </p:nvCxnSpPr>
          <p:spPr>
            <a:xfrm rot="10800000">
              <a:off x="2760922" y="3742020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326" name="Google Shape;387;p37">
              <a:extLst>
                <a:ext uri="{FF2B5EF4-FFF2-40B4-BE49-F238E27FC236}">
                  <a16:creationId xmlns:a16="http://schemas.microsoft.com/office/drawing/2014/main" id="{9AC0B069-E035-B2DA-0034-E44A8BA7AF82}"/>
                </a:ext>
              </a:extLst>
            </p:cNvPr>
            <p:cNvSpPr txBox="1"/>
            <p:nvPr/>
          </p:nvSpPr>
          <p:spPr>
            <a:xfrm>
              <a:off x="2699944" y="405522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White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is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 </a:t>
              </a:r>
            </a:p>
          </p:txBody>
        </p:sp>
        <p:cxnSp>
          <p:nvCxnSpPr>
            <p:cNvPr id="327" name="Google Shape;388;p37">
              <a:extLst>
                <a:ext uri="{FF2B5EF4-FFF2-40B4-BE49-F238E27FC236}">
                  <a16:creationId xmlns:a16="http://schemas.microsoft.com/office/drawing/2014/main" id="{2621B509-618B-2F19-CF4B-F9C635C3C3B2}"/>
                </a:ext>
              </a:extLst>
            </p:cNvPr>
            <p:cNvCxnSpPr/>
            <p:nvPr/>
          </p:nvCxnSpPr>
          <p:spPr>
            <a:xfrm rot="10800000">
              <a:off x="4082157" y="3742020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328" name="Google Shape;389;p37">
              <a:extLst>
                <a:ext uri="{FF2B5EF4-FFF2-40B4-BE49-F238E27FC236}">
                  <a16:creationId xmlns:a16="http://schemas.microsoft.com/office/drawing/2014/main" id="{6AB1383F-ECBC-DA70-3153-A603F9E0063B}"/>
                </a:ext>
              </a:extLst>
            </p:cNvPr>
            <p:cNvSpPr txBox="1"/>
            <p:nvPr/>
          </p:nvSpPr>
          <p:spPr>
            <a:xfrm>
              <a:off x="4030339" y="405522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Blue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is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 </a:t>
              </a:r>
            </a:p>
          </p:txBody>
        </p:sp>
        <p:cxnSp>
          <p:nvCxnSpPr>
            <p:cNvPr id="329" name="Google Shape;390;p37">
              <a:extLst>
                <a:ext uri="{FF2B5EF4-FFF2-40B4-BE49-F238E27FC236}">
                  <a16:creationId xmlns:a16="http://schemas.microsoft.com/office/drawing/2014/main" id="{466498EF-70EA-15AE-CA87-17A0E8DCD907}"/>
                </a:ext>
              </a:extLst>
            </p:cNvPr>
            <p:cNvCxnSpPr/>
            <p:nvPr/>
          </p:nvCxnSpPr>
          <p:spPr>
            <a:xfrm rot="10800000">
              <a:off x="5403392" y="3742020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330" name="Google Shape;391;p37">
              <a:extLst>
                <a:ext uri="{FF2B5EF4-FFF2-40B4-BE49-F238E27FC236}">
                  <a16:creationId xmlns:a16="http://schemas.microsoft.com/office/drawing/2014/main" id="{BB337892-C483-19BB-9D02-06C2049DAC27}"/>
                </a:ext>
              </a:extLst>
            </p:cNvPr>
            <p:cNvSpPr txBox="1"/>
            <p:nvPr/>
          </p:nvSpPr>
          <p:spPr>
            <a:xfrm>
              <a:off x="5360735" y="4055220"/>
              <a:ext cx="124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Red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is</a:t>
              </a:r>
              <a:r>
                <a:rPr lang="fr-FR" sz="900" noProof="0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 the </a:t>
              </a:r>
              <a:r>
                <a:rPr lang="fr-FR" sz="900" noProof="0" err="1">
                  <a:solidFill>
                    <a:schemeClr val="dk2"/>
                  </a:solidFill>
                  <a:latin typeface="Karla"/>
                  <a:ea typeface="Karla"/>
                  <a:cs typeface="Karla"/>
                  <a:sym typeface="Karla"/>
                </a:rPr>
                <a:t>colour</a:t>
              </a:r>
              <a:endPara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57" name="Google Shape;357;p37">
            <a:extLst>
              <a:ext uri="{FF2B5EF4-FFF2-40B4-BE49-F238E27FC236}">
                <a16:creationId xmlns:a16="http://schemas.microsoft.com/office/drawing/2014/main" id="{3D13DB25-DCC7-564E-13F3-C9FF68F6C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Timeline</a:t>
            </a:r>
          </a:p>
        </p:txBody>
      </p:sp>
      <p:sp>
        <p:nvSpPr>
          <p:cNvPr id="358" name="Google Shape;358;p37">
            <a:extLst>
              <a:ext uri="{FF2B5EF4-FFF2-40B4-BE49-F238E27FC236}">
                <a16:creationId xmlns:a16="http://schemas.microsoft.com/office/drawing/2014/main" id="{3DCCD7EA-62B8-5031-2279-234E25681E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33</a:t>
            </a:fld>
            <a:endParaRPr lang="fr-FR" noProof="0"/>
          </a:p>
        </p:txBody>
      </p:sp>
      <p:sp>
        <p:nvSpPr>
          <p:cNvPr id="359" name="Google Shape;359;p37">
            <a:extLst>
              <a:ext uri="{FF2B5EF4-FFF2-40B4-BE49-F238E27FC236}">
                <a16:creationId xmlns:a16="http://schemas.microsoft.com/office/drawing/2014/main" id="{9647EA5A-4F5B-B4BE-E338-E1B24D6A367F}"/>
              </a:ext>
            </a:extLst>
          </p:cNvPr>
          <p:cNvSpPr/>
          <p:nvPr/>
        </p:nvSpPr>
        <p:spPr>
          <a:xfrm>
            <a:off x="7735208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DEC</a:t>
            </a:r>
          </a:p>
        </p:txBody>
      </p:sp>
      <p:sp>
        <p:nvSpPr>
          <p:cNvPr id="360" name="Google Shape;360;p37">
            <a:extLst>
              <a:ext uri="{FF2B5EF4-FFF2-40B4-BE49-F238E27FC236}">
                <a16:creationId xmlns:a16="http://schemas.microsoft.com/office/drawing/2014/main" id="{670CD810-D9F7-DC51-4FAA-C657F92EF45A}"/>
              </a:ext>
            </a:extLst>
          </p:cNvPr>
          <p:cNvSpPr/>
          <p:nvPr/>
        </p:nvSpPr>
        <p:spPr>
          <a:xfrm>
            <a:off x="7075124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NOV</a:t>
            </a:r>
          </a:p>
        </p:txBody>
      </p:sp>
      <p:sp>
        <p:nvSpPr>
          <p:cNvPr id="361" name="Google Shape;361;p37">
            <a:extLst>
              <a:ext uri="{FF2B5EF4-FFF2-40B4-BE49-F238E27FC236}">
                <a16:creationId xmlns:a16="http://schemas.microsoft.com/office/drawing/2014/main" id="{3FC8C26E-196D-62B3-FB50-239C836BD4BC}"/>
              </a:ext>
            </a:extLst>
          </p:cNvPr>
          <p:cNvSpPr/>
          <p:nvPr/>
        </p:nvSpPr>
        <p:spPr>
          <a:xfrm>
            <a:off x="6415040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OCT</a:t>
            </a:r>
          </a:p>
        </p:txBody>
      </p:sp>
      <p:sp>
        <p:nvSpPr>
          <p:cNvPr id="362" name="Google Shape;362;p37">
            <a:extLst>
              <a:ext uri="{FF2B5EF4-FFF2-40B4-BE49-F238E27FC236}">
                <a16:creationId xmlns:a16="http://schemas.microsoft.com/office/drawing/2014/main" id="{407B5D6D-DCC6-6693-DB33-DFDE6FC94855}"/>
              </a:ext>
            </a:extLst>
          </p:cNvPr>
          <p:cNvSpPr/>
          <p:nvPr/>
        </p:nvSpPr>
        <p:spPr>
          <a:xfrm>
            <a:off x="5754956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SEP</a:t>
            </a:r>
          </a:p>
        </p:txBody>
      </p:sp>
      <p:sp>
        <p:nvSpPr>
          <p:cNvPr id="363" name="Google Shape;363;p37">
            <a:extLst>
              <a:ext uri="{FF2B5EF4-FFF2-40B4-BE49-F238E27FC236}">
                <a16:creationId xmlns:a16="http://schemas.microsoft.com/office/drawing/2014/main" id="{2F2D9E8C-D7F1-156B-E063-83A6BEC46A13}"/>
              </a:ext>
            </a:extLst>
          </p:cNvPr>
          <p:cNvSpPr/>
          <p:nvPr/>
        </p:nvSpPr>
        <p:spPr>
          <a:xfrm>
            <a:off x="5094872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AUG</a:t>
            </a:r>
          </a:p>
        </p:txBody>
      </p:sp>
      <p:sp>
        <p:nvSpPr>
          <p:cNvPr id="364" name="Google Shape;364;p37">
            <a:extLst>
              <a:ext uri="{FF2B5EF4-FFF2-40B4-BE49-F238E27FC236}">
                <a16:creationId xmlns:a16="http://schemas.microsoft.com/office/drawing/2014/main" id="{DF00C225-4E04-2321-C005-398DF684A99E}"/>
              </a:ext>
            </a:extLst>
          </p:cNvPr>
          <p:cNvSpPr/>
          <p:nvPr/>
        </p:nvSpPr>
        <p:spPr>
          <a:xfrm>
            <a:off x="4434788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JUL</a:t>
            </a:r>
          </a:p>
        </p:txBody>
      </p:sp>
      <p:sp>
        <p:nvSpPr>
          <p:cNvPr id="365" name="Google Shape;365;p37">
            <a:extLst>
              <a:ext uri="{FF2B5EF4-FFF2-40B4-BE49-F238E27FC236}">
                <a16:creationId xmlns:a16="http://schemas.microsoft.com/office/drawing/2014/main" id="{D3FB9D72-B09C-0E82-8115-9F54768DA210}"/>
              </a:ext>
            </a:extLst>
          </p:cNvPr>
          <p:cNvSpPr/>
          <p:nvPr/>
        </p:nvSpPr>
        <p:spPr>
          <a:xfrm>
            <a:off x="3774704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JUN</a:t>
            </a:r>
          </a:p>
        </p:txBody>
      </p:sp>
      <p:sp>
        <p:nvSpPr>
          <p:cNvPr id="366" name="Google Shape;366;p37">
            <a:extLst>
              <a:ext uri="{FF2B5EF4-FFF2-40B4-BE49-F238E27FC236}">
                <a16:creationId xmlns:a16="http://schemas.microsoft.com/office/drawing/2014/main" id="{83216DBE-45E8-FB2A-3B04-1B693ABBF01F}"/>
              </a:ext>
            </a:extLst>
          </p:cNvPr>
          <p:cNvSpPr/>
          <p:nvPr/>
        </p:nvSpPr>
        <p:spPr>
          <a:xfrm>
            <a:off x="3114619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MAY</a:t>
            </a:r>
          </a:p>
        </p:txBody>
      </p:sp>
      <p:sp>
        <p:nvSpPr>
          <p:cNvPr id="367" name="Google Shape;367;p37">
            <a:extLst>
              <a:ext uri="{FF2B5EF4-FFF2-40B4-BE49-F238E27FC236}">
                <a16:creationId xmlns:a16="http://schemas.microsoft.com/office/drawing/2014/main" id="{7F69EDE1-0A75-3609-83D8-50C6048F9A0B}"/>
              </a:ext>
            </a:extLst>
          </p:cNvPr>
          <p:cNvSpPr/>
          <p:nvPr/>
        </p:nvSpPr>
        <p:spPr>
          <a:xfrm>
            <a:off x="2454535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APR</a:t>
            </a:r>
          </a:p>
        </p:txBody>
      </p:sp>
      <p:sp>
        <p:nvSpPr>
          <p:cNvPr id="368" name="Google Shape;368;p37">
            <a:extLst>
              <a:ext uri="{FF2B5EF4-FFF2-40B4-BE49-F238E27FC236}">
                <a16:creationId xmlns:a16="http://schemas.microsoft.com/office/drawing/2014/main" id="{59064A4D-91B0-0A66-3BC2-6BBDC4531C7C}"/>
              </a:ext>
            </a:extLst>
          </p:cNvPr>
          <p:cNvSpPr/>
          <p:nvPr/>
        </p:nvSpPr>
        <p:spPr>
          <a:xfrm>
            <a:off x="1794451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MAR</a:t>
            </a:r>
          </a:p>
        </p:txBody>
      </p:sp>
      <p:sp>
        <p:nvSpPr>
          <p:cNvPr id="369" name="Google Shape;369;p37">
            <a:extLst>
              <a:ext uri="{FF2B5EF4-FFF2-40B4-BE49-F238E27FC236}">
                <a16:creationId xmlns:a16="http://schemas.microsoft.com/office/drawing/2014/main" id="{426BA817-0330-30AE-053A-817393692688}"/>
              </a:ext>
            </a:extLst>
          </p:cNvPr>
          <p:cNvSpPr/>
          <p:nvPr/>
        </p:nvSpPr>
        <p:spPr>
          <a:xfrm>
            <a:off x="1134367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bg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FEB</a:t>
            </a:r>
          </a:p>
        </p:txBody>
      </p:sp>
      <p:sp>
        <p:nvSpPr>
          <p:cNvPr id="370" name="Google Shape;370;p37">
            <a:extLst>
              <a:ext uri="{FF2B5EF4-FFF2-40B4-BE49-F238E27FC236}">
                <a16:creationId xmlns:a16="http://schemas.microsoft.com/office/drawing/2014/main" id="{3A4FA659-84A7-0236-F42F-3C06B2A4DF05}"/>
              </a:ext>
            </a:extLst>
          </p:cNvPr>
          <p:cNvSpPr/>
          <p:nvPr/>
        </p:nvSpPr>
        <p:spPr>
          <a:xfrm>
            <a:off x="474283" y="192537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bg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JAN</a:t>
            </a:r>
          </a:p>
        </p:txBody>
      </p:sp>
      <p:sp>
        <p:nvSpPr>
          <p:cNvPr id="371" name="Google Shape;371;p37">
            <a:extLst>
              <a:ext uri="{FF2B5EF4-FFF2-40B4-BE49-F238E27FC236}">
                <a16:creationId xmlns:a16="http://schemas.microsoft.com/office/drawing/2014/main" id="{FE03F21D-2EB7-3937-2547-5C8FCEE8E1B7}"/>
              </a:ext>
            </a:extLst>
          </p:cNvPr>
          <p:cNvSpPr/>
          <p:nvPr/>
        </p:nvSpPr>
        <p:spPr>
          <a:xfrm>
            <a:off x="0" y="192537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1"/>
                </a:solidFill>
              </a:rPr>
              <a:t>2025</a:t>
            </a:r>
          </a:p>
        </p:txBody>
      </p:sp>
      <p:cxnSp>
        <p:nvCxnSpPr>
          <p:cNvPr id="374" name="Google Shape;374;p37">
            <a:extLst>
              <a:ext uri="{FF2B5EF4-FFF2-40B4-BE49-F238E27FC236}">
                <a16:creationId xmlns:a16="http://schemas.microsoft.com/office/drawing/2014/main" id="{5629201B-A390-24DC-FD4A-9DE12FD3542E}"/>
              </a:ext>
            </a:extLst>
          </p:cNvPr>
          <p:cNvCxnSpPr/>
          <p:nvPr/>
        </p:nvCxnSpPr>
        <p:spPr>
          <a:xfrm rot="10800000">
            <a:off x="2090158" y="1661951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308CC9D8-E8A4-EF8C-2FEB-0BB91775F4E6}"/>
              </a:ext>
            </a:extLst>
          </p:cNvPr>
          <p:cNvSpPr txBox="1"/>
          <p:nvPr/>
        </p:nvSpPr>
        <p:spPr>
          <a:xfrm>
            <a:off x="2050642" y="11062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Red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</a:t>
            </a:r>
          </a:p>
        </p:txBody>
      </p:sp>
      <p:cxnSp>
        <p:nvCxnSpPr>
          <p:cNvPr id="376" name="Google Shape;376;p37">
            <a:extLst>
              <a:ext uri="{FF2B5EF4-FFF2-40B4-BE49-F238E27FC236}">
                <a16:creationId xmlns:a16="http://schemas.microsoft.com/office/drawing/2014/main" id="{E2A9492D-7DF3-FD12-51DA-7BEF7A367A59}"/>
              </a:ext>
            </a:extLst>
          </p:cNvPr>
          <p:cNvCxnSpPr/>
          <p:nvPr/>
        </p:nvCxnSpPr>
        <p:spPr>
          <a:xfrm rot="10800000">
            <a:off x="3411393" y="1661951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7" name="Google Shape;377;p37">
            <a:extLst>
              <a:ext uri="{FF2B5EF4-FFF2-40B4-BE49-F238E27FC236}">
                <a16:creationId xmlns:a16="http://schemas.microsoft.com/office/drawing/2014/main" id="{110A02DF-0CF1-5BE0-01D2-F786D595E051}"/>
              </a:ext>
            </a:extLst>
          </p:cNvPr>
          <p:cNvSpPr txBox="1"/>
          <p:nvPr/>
        </p:nvSpPr>
        <p:spPr>
          <a:xfrm>
            <a:off x="3373384" y="11062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Black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78" name="Google Shape;378;p37">
            <a:extLst>
              <a:ext uri="{FF2B5EF4-FFF2-40B4-BE49-F238E27FC236}">
                <a16:creationId xmlns:a16="http://schemas.microsoft.com/office/drawing/2014/main" id="{91C4F26D-492A-91A3-0A06-D2F72F53C4A2}"/>
              </a:ext>
            </a:extLst>
          </p:cNvPr>
          <p:cNvCxnSpPr/>
          <p:nvPr/>
        </p:nvCxnSpPr>
        <p:spPr>
          <a:xfrm rot="10800000">
            <a:off x="4732628" y="1661951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9" name="Google Shape;379;p37">
            <a:extLst>
              <a:ext uri="{FF2B5EF4-FFF2-40B4-BE49-F238E27FC236}">
                <a16:creationId xmlns:a16="http://schemas.microsoft.com/office/drawing/2014/main" id="{DC3DD7F6-B1A8-C63C-89D7-0905CAE4734C}"/>
              </a:ext>
            </a:extLst>
          </p:cNvPr>
          <p:cNvSpPr txBox="1"/>
          <p:nvPr/>
        </p:nvSpPr>
        <p:spPr>
          <a:xfrm>
            <a:off x="4696126" y="11062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Yellow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colo</a:t>
            </a:r>
          </a:p>
        </p:txBody>
      </p:sp>
      <p:cxnSp>
        <p:nvCxnSpPr>
          <p:cNvPr id="380" name="Google Shape;380;p37">
            <a:extLst>
              <a:ext uri="{FF2B5EF4-FFF2-40B4-BE49-F238E27FC236}">
                <a16:creationId xmlns:a16="http://schemas.microsoft.com/office/drawing/2014/main" id="{27D9C36C-2437-C5C5-4E25-CFB468F11677}"/>
              </a:ext>
            </a:extLst>
          </p:cNvPr>
          <p:cNvCxnSpPr/>
          <p:nvPr/>
        </p:nvCxnSpPr>
        <p:spPr>
          <a:xfrm rot="10800000">
            <a:off x="6053863" y="1661951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1" name="Google Shape;381;p37">
            <a:extLst>
              <a:ext uri="{FF2B5EF4-FFF2-40B4-BE49-F238E27FC236}">
                <a16:creationId xmlns:a16="http://schemas.microsoft.com/office/drawing/2014/main" id="{0080BA33-9C78-3A10-75E2-D58180C1DB47}"/>
              </a:ext>
            </a:extLst>
          </p:cNvPr>
          <p:cNvSpPr txBox="1"/>
          <p:nvPr/>
        </p:nvSpPr>
        <p:spPr>
          <a:xfrm>
            <a:off x="6018868" y="11062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White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</a:t>
            </a:r>
          </a:p>
        </p:txBody>
      </p:sp>
      <p:cxnSp>
        <p:nvCxnSpPr>
          <p:cNvPr id="382" name="Google Shape;382;p37">
            <a:extLst>
              <a:ext uri="{FF2B5EF4-FFF2-40B4-BE49-F238E27FC236}">
                <a16:creationId xmlns:a16="http://schemas.microsoft.com/office/drawing/2014/main" id="{80D44ACB-07B1-D8D7-D02A-733510D47EA2}"/>
              </a:ext>
            </a:extLst>
          </p:cNvPr>
          <p:cNvCxnSpPr/>
          <p:nvPr/>
        </p:nvCxnSpPr>
        <p:spPr>
          <a:xfrm rot="10800000">
            <a:off x="7375098" y="1661951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FD095CF4-B7AD-18BA-A713-18453E1DC512}"/>
              </a:ext>
            </a:extLst>
          </p:cNvPr>
          <p:cNvSpPr txBox="1"/>
          <p:nvPr/>
        </p:nvSpPr>
        <p:spPr>
          <a:xfrm>
            <a:off x="7341610" y="11062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of</a:t>
            </a:r>
          </a:p>
        </p:txBody>
      </p:sp>
      <p:cxnSp>
        <p:nvCxnSpPr>
          <p:cNvPr id="386" name="Google Shape;386;p37">
            <a:extLst>
              <a:ext uri="{FF2B5EF4-FFF2-40B4-BE49-F238E27FC236}">
                <a16:creationId xmlns:a16="http://schemas.microsoft.com/office/drawing/2014/main" id="{C96A8169-9612-0817-8F76-B8F6C6DE7101}"/>
              </a:ext>
            </a:extLst>
          </p:cNvPr>
          <p:cNvCxnSpPr/>
          <p:nvPr/>
        </p:nvCxnSpPr>
        <p:spPr>
          <a:xfrm rot="10800000">
            <a:off x="2760922" y="229422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7" name="Google Shape;387;p37">
            <a:extLst>
              <a:ext uri="{FF2B5EF4-FFF2-40B4-BE49-F238E27FC236}">
                <a16:creationId xmlns:a16="http://schemas.microsoft.com/office/drawing/2014/main" id="{7595B242-B0D5-250D-5B0F-B0C71DDE7519}"/>
              </a:ext>
            </a:extLst>
          </p:cNvPr>
          <p:cNvSpPr txBox="1"/>
          <p:nvPr/>
        </p:nvSpPr>
        <p:spPr>
          <a:xfrm>
            <a:off x="2699944" y="26074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White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</a:p>
        </p:txBody>
      </p:sp>
      <p:cxnSp>
        <p:nvCxnSpPr>
          <p:cNvPr id="388" name="Google Shape;388;p37">
            <a:extLst>
              <a:ext uri="{FF2B5EF4-FFF2-40B4-BE49-F238E27FC236}">
                <a16:creationId xmlns:a16="http://schemas.microsoft.com/office/drawing/2014/main" id="{62B36204-7570-542B-545B-9360B156D6D1}"/>
              </a:ext>
            </a:extLst>
          </p:cNvPr>
          <p:cNvCxnSpPr/>
          <p:nvPr/>
        </p:nvCxnSpPr>
        <p:spPr>
          <a:xfrm rot="10800000">
            <a:off x="4082157" y="229422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9" name="Google Shape;389;p37">
            <a:extLst>
              <a:ext uri="{FF2B5EF4-FFF2-40B4-BE49-F238E27FC236}">
                <a16:creationId xmlns:a16="http://schemas.microsoft.com/office/drawing/2014/main" id="{314E3417-0D15-DD4D-F0CF-4822A61CCBBF}"/>
              </a:ext>
            </a:extLst>
          </p:cNvPr>
          <p:cNvSpPr txBox="1"/>
          <p:nvPr/>
        </p:nvSpPr>
        <p:spPr>
          <a:xfrm>
            <a:off x="4030339" y="26074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</a:p>
        </p:txBody>
      </p:sp>
      <p:cxnSp>
        <p:nvCxnSpPr>
          <p:cNvPr id="390" name="Google Shape;390;p37">
            <a:extLst>
              <a:ext uri="{FF2B5EF4-FFF2-40B4-BE49-F238E27FC236}">
                <a16:creationId xmlns:a16="http://schemas.microsoft.com/office/drawing/2014/main" id="{305B4115-D841-61E3-0B72-75D1674B45CB}"/>
              </a:ext>
            </a:extLst>
          </p:cNvPr>
          <p:cNvCxnSpPr/>
          <p:nvPr/>
        </p:nvCxnSpPr>
        <p:spPr>
          <a:xfrm rot="10800000">
            <a:off x="5403392" y="229422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1" name="Google Shape;391;p37">
            <a:extLst>
              <a:ext uri="{FF2B5EF4-FFF2-40B4-BE49-F238E27FC236}">
                <a16:creationId xmlns:a16="http://schemas.microsoft.com/office/drawing/2014/main" id="{CC0CDBC4-552E-BEFC-0FD7-DC805B7FA2CA}"/>
              </a:ext>
            </a:extLst>
          </p:cNvPr>
          <p:cNvSpPr txBox="1"/>
          <p:nvPr/>
        </p:nvSpPr>
        <p:spPr>
          <a:xfrm>
            <a:off x="5360735" y="26074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Red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endParaRPr lang="fr-FR" sz="900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92" name="Google Shape;392;p37">
            <a:extLst>
              <a:ext uri="{FF2B5EF4-FFF2-40B4-BE49-F238E27FC236}">
                <a16:creationId xmlns:a16="http://schemas.microsoft.com/office/drawing/2014/main" id="{5837B099-97A3-7653-4890-B0A3FC3203DE}"/>
              </a:ext>
            </a:extLst>
          </p:cNvPr>
          <p:cNvCxnSpPr/>
          <p:nvPr/>
        </p:nvCxnSpPr>
        <p:spPr>
          <a:xfrm rot="10800000">
            <a:off x="6724627" y="229422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3" name="Google Shape;393;p37">
            <a:extLst>
              <a:ext uri="{FF2B5EF4-FFF2-40B4-BE49-F238E27FC236}">
                <a16:creationId xmlns:a16="http://schemas.microsoft.com/office/drawing/2014/main" id="{DA8967CA-86B4-FE47-6243-3921A43A72D7}"/>
              </a:ext>
            </a:extLst>
          </p:cNvPr>
          <p:cNvSpPr txBox="1"/>
          <p:nvPr/>
        </p:nvSpPr>
        <p:spPr>
          <a:xfrm>
            <a:off x="6691131" y="260742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Black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c</a:t>
            </a:r>
          </a:p>
        </p:txBody>
      </p:sp>
      <p:cxnSp>
        <p:nvCxnSpPr>
          <p:cNvPr id="394" name="Google Shape;394;p37">
            <a:extLst>
              <a:ext uri="{FF2B5EF4-FFF2-40B4-BE49-F238E27FC236}">
                <a16:creationId xmlns:a16="http://schemas.microsoft.com/office/drawing/2014/main" id="{6DC21CF4-3708-3C9D-AB07-9A8FF96DFF0B}"/>
              </a:ext>
            </a:extLst>
          </p:cNvPr>
          <p:cNvCxnSpPr/>
          <p:nvPr/>
        </p:nvCxnSpPr>
        <p:spPr>
          <a:xfrm rot="10800000">
            <a:off x="8045862" y="2294220"/>
            <a:ext cx="0" cy="28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5" name="Google Shape;395;p37">
            <a:extLst>
              <a:ext uri="{FF2B5EF4-FFF2-40B4-BE49-F238E27FC236}">
                <a16:creationId xmlns:a16="http://schemas.microsoft.com/office/drawing/2014/main" id="{11272F73-AB0C-D939-AB96-30AAA3CF4EC9}"/>
              </a:ext>
            </a:extLst>
          </p:cNvPr>
          <p:cNvSpPr txBox="1"/>
          <p:nvPr/>
        </p:nvSpPr>
        <p:spPr>
          <a:xfrm>
            <a:off x="8008073" y="2607420"/>
            <a:ext cx="1034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Yellow </a:t>
            </a:r>
            <a:r>
              <a:rPr lang="fr-FR" sz="9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sz="9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the c</a:t>
            </a:r>
          </a:p>
        </p:txBody>
      </p:sp>
    </p:spTree>
    <p:extLst>
      <p:ext uri="{BB962C8B-B14F-4D97-AF65-F5344CB8AC3E}">
        <p14:creationId xmlns:p14="http://schemas.microsoft.com/office/powerpoint/2010/main" val="1046410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SWOT </a:t>
            </a:r>
            <a:r>
              <a:rPr lang="fr-FR" noProof="0" err="1"/>
              <a:t>Analysis</a:t>
            </a:r>
            <a:endParaRPr lang="fr-FR" noProof="0"/>
          </a:p>
        </p:txBody>
      </p:sp>
      <p:sp>
        <p:nvSpPr>
          <p:cNvPr id="440" name="Google Shape;440;p40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34</a:t>
            </a:fld>
            <a:endParaRPr lang="fr-FR" noProof="0"/>
          </a:p>
        </p:txBody>
      </p:sp>
      <p:sp>
        <p:nvSpPr>
          <p:cNvPr id="441" name="Google Shape;441;p40"/>
          <p:cNvSpPr/>
          <p:nvPr/>
        </p:nvSpPr>
        <p:spPr>
          <a:xfrm>
            <a:off x="694975" y="1369925"/>
            <a:ext cx="3806400" cy="143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STRENGTHS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Blue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colour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of the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clear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sky and the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deep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sea</a:t>
            </a:r>
            <a:endParaRPr lang="fr-FR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2" name="Google Shape;442;p40"/>
          <p:cNvSpPr/>
          <p:nvPr/>
        </p:nvSpPr>
        <p:spPr>
          <a:xfrm>
            <a:off x="4658803" y="1369925"/>
            <a:ext cx="3806400" cy="143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WEAKNESSES</a:t>
            </a: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Yellow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of gold, butter and ripe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lemons</a:t>
            </a:r>
            <a:endParaRPr lang="fr-FR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694975" y="2961233"/>
            <a:ext cx="3806400" cy="143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Black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of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ebony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and of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outer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space</a:t>
            </a:r>
            <a:endParaRPr lang="fr-FR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OPPORTUNITIES</a:t>
            </a:r>
            <a:endParaRPr lang="fr-FR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4658803" y="2961233"/>
            <a:ext cx="3806400" cy="143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White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is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the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of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milk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and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fresh</a:t>
            </a:r>
            <a:r>
              <a:rPr lang="fr-FR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snow</a:t>
            </a:r>
            <a:endParaRPr lang="fr-FR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fr-FR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THREATS</a:t>
            </a:r>
            <a:endParaRPr lang="fr-FR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3408699" y="1709261"/>
            <a:ext cx="2187300" cy="2187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446" name="Google Shape;446;p40"/>
          <p:cNvSpPr/>
          <p:nvPr/>
        </p:nvSpPr>
        <p:spPr>
          <a:xfrm rot="5400000">
            <a:off x="3566371" y="1709261"/>
            <a:ext cx="2187300" cy="2187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447" name="Google Shape;447;p40"/>
          <p:cNvSpPr/>
          <p:nvPr/>
        </p:nvSpPr>
        <p:spPr>
          <a:xfrm rot="10800000">
            <a:off x="3566371" y="1868172"/>
            <a:ext cx="2187300" cy="2187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448" name="Google Shape;448;p40"/>
          <p:cNvSpPr/>
          <p:nvPr/>
        </p:nvSpPr>
        <p:spPr>
          <a:xfrm rot="-5400000">
            <a:off x="3408699" y="1868172"/>
            <a:ext cx="2187300" cy="2187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449" name="Google Shape;449;p40"/>
          <p:cNvSpPr/>
          <p:nvPr/>
        </p:nvSpPr>
        <p:spPr>
          <a:xfrm>
            <a:off x="3912265" y="2165513"/>
            <a:ext cx="313537" cy="40407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fr-FR" b="1" i="0" noProof="0">
                <a:ln>
                  <a:noFill/>
                </a:ln>
                <a:solidFill>
                  <a:schemeClr val="lt1"/>
                </a:solidFill>
                <a:latin typeface="Raleway"/>
              </a:rPr>
              <a:t>S</a:t>
            </a:r>
          </a:p>
        </p:txBody>
      </p:sp>
      <p:sp>
        <p:nvSpPr>
          <p:cNvPr id="450" name="Google Shape;450;p40"/>
          <p:cNvSpPr/>
          <p:nvPr/>
        </p:nvSpPr>
        <p:spPr>
          <a:xfrm>
            <a:off x="4831322" y="2172499"/>
            <a:ext cx="589070" cy="39680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fr-FR" b="1" i="0" noProof="0">
                <a:ln>
                  <a:noFill/>
                </a:ln>
                <a:solidFill>
                  <a:schemeClr val="lt1"/>
                </a:solidFill>
                <a:latin typeface="Raleway"/>
              </a:rPr>
              <a:t>W</a:t>
            </a:r>
          </a:p>
        </p:txBody>
      </p:sp>
      <p:sp>
        <p:nvSpPr>
          <p:cNvPr id="451" name="Google Shape;451;p40"/>
          <p:cNvSpPr/>
          <p:nvPr/>
        </p:nvSpPr>
        <p:spPr>
          <a:xfrm>
            <a:off x="3880967" y="3166698"/>
            <a:ext cx="387311" cy="40239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fr-FR" b="1" i="0" noProof="0">
                <a:ln>
                  <a:noFill/>
                </a:ln>
                <a:solidFill>
                  <a:schemeClr val="lt1"/>
                </a:solidFill>
                <a:latin typeface="Raleway"/>
              </a:rPr>
              <a:t>O</a:t>
            </a:r>
          </a:p>
        </p:txBody>
      </p:sp>
      <p:sp>
        <p:nvSpPr>
          <p:cNvPr id="452" name="Google Shape;452;p40"/>
          <p:cNvSpPr/>
          <p:nvPr/>
        </p:nvSpPr>
        <p:spPr>
          <a:xfrm>
            <a:off x="4934717" y="3173684"/>
            <a:ext cx="330304" cy="39680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fr-FR" b="1" i="0" noProof="0">
                <a:ln>
                  <a:noFill/>
                </a:ln>
                <a:solidFill>
                  <a:schemeClr val="lt1"/>
                </a:solidFill>
                <a:latin typeface="Raleway"/>
              </a:rPr>
              <a:t>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1"/>
          <p:cNvSpPr txBox="1">
            <a:spLocks noGrp="1"/>
          </p:cNvSpPr>
          <p:nvPr>
            <p:ph type="title"/>
          </p:nvPr>
        </p:nvSpPr>
        <p:spPr>
          <a:xfrm>
            <a:off x="262200" y="0"/>
            <a:ext cx="86196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noProof="0"/>
              <a:t>Business Model Canvas</a:t>
            </a:r>
          </a:p>
        </p:txBody>
      </p:sp>
      <p:sp>
        <p:nvSpPr>
          <p:cNvPr id="458" name="Google Shape;458;p41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35</a:t>
            </a:fld>
            <a:endParaRPr lang="fr-FR" noProof="0"/>
          </a:p>
        </p:txBody>
      </p:sp>
      <p:sp>
        <p:nvSpPr>
          <p:cNvPr id="459" name="Google Shape;459;p41"/>
          <p:cNvSpPr txBox="1"/>
          <p:nvPr/>
        </p:nvSpPr>
        <p:spPr>
          <a:xfrm>
            <a:off x="1986120" y="467025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Key </a:t>
            </a:r>
            <a:r>
              <a:rPr lang="fr-FR" sz="900" b="1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Activities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800" b="1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0" name="Google Shape;460;p41"/>
          <p:cNvSpPr txBox="1"/>
          <p:nvPr/>
        </p:nvSpPr>
        <p:spPr>
          <a:xfrm>
            <a:off x="1986120" y="2061694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Key </a:t>
            </a:r>
            <a:r>
              <a:rPr lang="fr-FR" sz="900" b="1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Resources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1" name="Google Shape;461;p41"/>
          <p:cNvSpPr txBox="1"/>
          <p:nvPr/>
        </p:nvSpPr>
        <p:spPr>
          <a:xfrm>
            <a:off x="3710040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Value Propositions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2" name="Google Shape;462;p41"/>
          <p:cNvSpPr txBox="1"/>
          <p:nvPr/>
        </p:nvSpPr>
        <p:spPr>
          <a:xfrm>
            <a:off x="5433959" y="467025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Customer </a:t>
            </a:r>
            <a:r>
              <a:rPr lang="fr-FR" sz="900" b="1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Relationships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3" name="Google Shape;463;p41"/>
          <p:cNvSpPr txBox="1"/>
          <p:nvPr/>
        </p:nvSpPr>
        <p:spPr>
          <a:xfrm>
            <a:off x="5433959" y="2061694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Channels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4" name="Google Shape;464;p41"/>
          <p:cNvSpPr txBox="1"/>
          <p:nvPr/>
        </p:nvSpPr>
        <p:spPr>
          <a:xfrm>
            <a:off x="7157879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Customer Segments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5" name="Google Shape;465;p41"/>
          <p:cNvSpPr txBox="1"/>
          <p:nvPr/>
        </p:nvSpPr>
        <p:spPr>
          <a:xfrm>
            <a:off x="262200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Key </a:t>
            </a:r>
            <a:r>
              <a:rPr lang="fr-FR" sz="900" b="1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Partners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800" b="1" noProof="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6" name="Google Shape;466;p41"/>
          <p:cNvSpPr txBox="1"/>
          <p:nvPr/>
        </p:nvSpPr>
        <p:spPr>
          <a:xfrm>
            <a:off x="262200" y="3656363"/>
            <a:ext cx="4309800" cy="12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Cost Structure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7" name="Google Shape;467;p41"/>
          <p:cNvSpPr txBox="1"/>
          <p:nvPr/>
        </p:nvSpPr>
        <p:spPr>
          <a:xfrm>
            <a:off x="4571999" y="3656363"/>
            <a:ext cx="4309800" cy="12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noProof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Revenue Streams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8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8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  <a:endParaRPr lang="fr-FR" sz="900" b="1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8" name="Google Shape;468;p41"/>
          <p:cNvSpPr/>
          <p:nvPr/>
        </p:nvSpPr>
        <p:spPr>
          <a:xfrm>
            <a:off x="4279907" y="3732570"/>
            <a:ext cx="215901" cy="214638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>
              <a:solidFill>
                <a:schemeClr val="dk1"/>
              </a:solidFill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6866281" y="543303"/>
            <a:ext cx="215257" cy="193236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>
              <a:solidFill>
                <a:schemeClr val="dk1"/>
              </a:solidFill>
            </a:endParaRPr>
          </a:p>
        </p:txBody>
      </p:sp>
      <p:sp>
        <p:nvSpPr>
          <p:cNvPr id="470" name="Google Shape;470;p41"/>
          <p:cNvSpPr/>
          <p:nvPr/>
        </p:nvSpPr>
        <p:spPr>
          <a:xfrm>
            <a:off x="1702716" y="543215"/>
            <a:ext cx="207088" cy="207075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>
              <a:solidFill>
                <a:schemeClr val="dk1"/>
              </a:solidFill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8608585" y="543301"/>
            <a:ext cx="197012" cy="207706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>
              <a:solidFill>
                <a:schemeClr val="dk1"/>
              </a:solidFill>
            </a:endParaRPr>
          </a:p>
        </p:txBody>
      </p:sp>
      <p:grpSp>
        <p:nvGrpSpPr>
          <p:cNvPr id="472" name="Google Shape;472;p41"/>
          <p:cNvGrpSpPr/>
          <p:nvPr/>
        </p:nvGrpSpPr>
        <p:grpSpPr>
          <a:xfrm>
            <a:off x="8561977" y="3732397"/>
            <a:ext cx="233502" cy="171203"/>
            <a:chOff x="4610450" y="3703750"/>
            <a:chExt cx="453050" cy="332175"/>
          </a:xfrm>
        </p:grpSpPr>
        <p:sp>
          <p:nvSpPr>
            <p:cNvPr id="473" name="Google Shape;473;p41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74" name="Google Shape;474;p41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</p:grpSp>
      <p:sp>
        <p:nvSpPr>
          <p:cNvPr id="475" name="Google Shape;475;p41"/>
          <p:cNvSpPr/>
          <p:nvPr/>
        </p:nvSpPr>
        <p:spPr>
          <a:xfrm>
            <a:off x="3424268" y="543232"/>
            <a:ext cx="209587" cy="20960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>
              <a:solidFill>
                <a:schemeClr val="dk1"/>
              </a:solidFill>
            </a:endParaRPr>
          </a:p>
        </p:txBody>
      </p:sp>
      <p:grpSp>
        <p:nvGrpSpPr>
          <p:cNvPr id="476" name="Google Shape;476;p41"/>
          <p:cNvGrpSpPr/>
          <p:nvPr/>
        </p:nvGrpSpPr>
        <p:grpSpPr>
          <a:xfrm>
            <a:off x="5169556" y="543233"/>
            <a:ext cx="188198" cy="239803"/>
            <a:chOff x="1958100" y="4985350"/>
            <a:chExt cx="365150" cy="465275"/>
          </a:xfrm>
        </p:grpSpPr>
        <p:sp>
          <p:nvSpPr>
            <p:cNvPr id="477" name="Google Shape;477;p41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</p:grpSp>
      <p:grpSp>
        <p:nvGrpSpPr>
          <p:cNvPr id="480" name="Google Shape;480;p41"/>
          <p:cNvGrpSpPr/>
          <p:nvPr/>
        </p:nvGrpSpPr>
        <p:grpSpPr>
          <a:xfrm>
            <a:off x="3342459" y="2137720"/>
            <a:ext cx="283238" cy="257429"/>
            <a:chOff x="4562200" y="4968250"/>
            <a:chExt cx="549550" cy="499475"/>
          </a:xfrm>
        </p:grpSpPr>
        <p:sp>
          <p:nvSpPr>
            <p:cNvPr id="481" name="Google Shape;481;p41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</p:grpSp>
      <p:grpSp>
        <p:nvGrpSpPr>
          <p:cNvPr id="486" name="Google Shape;486;p41"/>
          <p:cNvGrpSpPr/>
          <p:nvPr/>
        </p:nvGrpSpPr>
        <p:grpSpPr>
          <a:xfrm>
            <a:off x="6790078" y="2139229"/>
            <a:ext cx="278200" cy="266861"/>
            <a:chOff x="5241175" y="4959100"/>
            <a:chExt cx="539775" cy="517775"/>
          </a:xfrm>
        </p:grpSpPr>
        <p:sp>
          <p:nvSpPr>
            <p:cNvPr id="487" name="Google Shape;487;p41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88" name="Google Shape;488;p41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89" name="Google Shape;489;p41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90" name="Google Shape;490;p41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91" name="Google Shape;491;p41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  <p:sp>
          <p:nvSpPr>
            <p:cNvPr id="492" name="Google Shape;492;p41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2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err="1"/>
              <a:t>Funnel</a:t>
            </a:r>
            <a:endParaRPr lang="fr-FR" noProof="0"/>
          </a:p>
        </p:txBody>
      </p:sp>
      <p:sp>
        <p:nvSpPr>
          <p:cNvPr id="498" name="Google Shape;498;p42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36</a:t>
            </a:fld>
            <a:endParaRPr lang="fr-FR" noProof="0"/>
          </a:p>
        </p:txBody>
      </p:sp>
      <p:grpSp>
        <p:nvGrpSpPr>
          <p:cNvPr id="499" name="Google Shape;499;p42"/>
          <p:cNvGrpSpPr/>
          <p:nvPr/>
        </p:nvGrpSpPr>
        <p:grpSpPr>
          <a:xfrm>
            <a:off x="982392" y="1413043"/>
            <a:ext cx="3608219" cy="3243858"/>
            <a:chOff x="3778727" y="4460423"/>
            <a:chExt cx="720160" cy="647438"/>
          </a:xfrm>
        </p:grpSpPr>
        <p:sp>
          <p:nvSpPr>
            <p:cNvPr id="500" name="Google Shape;500;p42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fr-FR" sz="1200" b="1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PURCHASE</a:t>
              </a:r>
              <a:endParaRPr lang="fr-FR" sz="1200" b="1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fr-FR" sz="1200" b="1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LOYALTY</a:t>
              </a:r>
              <a:endParaRPr lang="fr-FR" sz="1200" b="1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02" name="Google Shape;502;p42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fr-FR" sz="1200" b="1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AWARENESS</a:t>
              </a:r>
              <a:endParaRPr lang="fr-FR" sz="1200" b="1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03" name="Google Shape;503;p42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fr-FR" sz="1200" b="1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EVALUATION</a:t>
              </a:r>
              <a:endParaRPr lang="fr-FR" sz="1200" b="1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04" name="Google Shape;504;p42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fr-FR" sz="1200" b="1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DISCOVERY</a:t>
              </a:r>
              <a:endParaRPr lang="fr-FR" sz="1200" b="1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05" name="Google Shape;505;p42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fr-FR" sz="1200" b="1" noProof="0">
                  <a:solidFill>
                    <a:schemeClr val="lt1"/>
                  </a:solidFill>
                  <a:latin typeface="Karla"/>
                  <a:ea typeface="Karla"/>
                  <a:cs typeface="Karla"/>
                  <a:sym typeface="Karla"/>
                </a:rPr>
                <a:t>INTENT</a:t>
              </a:r>
              <a:endParaRPr lang="fr-FR" sz="1200" b="1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06" name="Google Shape;506;p42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200" b="1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cxnSp>
        <p:nvCxnSpPr>
          <p:cNvPr id="507" name="Google Shape;507;p42"/>
          <p:cNvCxnSpPr/>
          <p:nvPr/>
        </p:nvCxnSpPr>
        <p:spPr>
          <a:xfrm>
            <a:off x="4510650" y="1950075"/>
            <a:ext cx="105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08" name="Google Shape;508;p42"/>
          <p:cNvSpPr txBox="1"/>
          <p:nvPr/>
        </p:nvSpPr>
        <p:spPr>
          <a:xfrm>
            <a:off x="5629150" y="177802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10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</a:p>
        </p:txBody>
      </p:sp>
      <p:cxnSp>
        <p:nvCxnSpPr>
          <p:cNvPr id="509" name="Google Shape;509;p42"/>
          <p:cNvCxnSpPr/>
          <p:nvPr/>
        </p:nvCxnSpPr>
        <p:spPr>
          <a:xfrm>
            <a:off x="4354975" y="2431700"/>
            <a:ext cx="1212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10" name="Google Shape;510;p42"/>
          <p:cNvSpPr txBox="1"/>
          <p:nvPr/>
        </p:nvSpPr>
        <p:spPr>
          <a:xfrm>
            <a:off x="5629150" y="225964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10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</a:p>
        </p:txBody>
      </p:sp>
      <p:cxnSp>
        <p:nvCxnSpPr>
          <p:cNvPr id="511" name="Google Shape;511;p42"/>
          <p:cNvCxnSpPr/>
          <p:nvPr/>
        </p:nvCxnSpPr>
        <p:spPr>
          <a:xfrm>
            <a:off x="4133750" y="2913325"/>
            <a:ext cx="1433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12" name="Google Shape;512;p42"/>
          <p:cNvSpPr txBox="1"/>
          <p:nvPr/>
        </p:nvSpPr>
        <p:spPr>
          <a:xfrm>
            <a:off x="5629150" y="274125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10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</a:p>
        </p:txBody>
      </p:sp>
      <p:cxnSp>
        <p:nvCxnSpPr>
          <p:cNvPr id="513" name="Google Shape;513;p42"/>
          <p:cNvCxnSpPr/>
          <p:nvPr/>
        </p:nvCxnSpPr>
        <p:spPr>
          <a:xfrm>
            <a:off x="3945300" y="3394925"/>
            <a:ext cx="1622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14" name="Google Shape;514;p42"/>
          <p:cNvSpPr txBox="1"/>
          <p:nvPr/>
        </p:nvSpPr>
        <p:spPr>
          <a:xfrm>
            <a:off x="5629150" y="322287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10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</a:p>
        </p:txBody>
      </p:sp>
      <p:cxnSp>
        <p:nvCxnSpPr>
          <p:cNvPr id="515" name="Google Shape;515;p42"/>
          <p:cNvCxnSpPr/>
          <p:nvPr/>
        </p:nvCxnSpPr>
        <p:spPr>
          <a:xfrm>
            <a:off x="3740450" y="3876550"/>
            <a:ext cx="1827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16" name="Google Shape;516;p42"/>
          <p:cNvSpPr txBox="1"/>
          <p:nvPr/>
        </p:nvSpPr>
        <p:spPr>
          <a:xfrm>
            <a:off x="5629150" y="370448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10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</a:p>
        </p:txBody>
      </p:sp>
      <p:cxnSp>
        <p:nvCxnSpPr>
          <p:cNvPr id="517" name="Google Shape;517;p42"/>
          <p:cNvCxnSpPr/>
          <p:nvPr/>
        </p:nvCxnSpPr>
        <p:spPr>
          <a:xfrm>
            <a:off x="3527425" y="4358150"/>
            <a:ext cx="2031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18" name="Google Shape;518;p42"/>
          <p:cNvSpPr txBox="1"/>
          <p:nvPr/>
        </p:nvSpPr>
        <p:spPr>
          <a:xfrm>
            <a:off x="5629150" y="418610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Insert </a:t>
            </a:r>
            <a:r>
              <a:rPr lang="fr-FR" sz="1000" noProof="0" err="1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your</a:t>
            </a:r>
            <a:r>
              <a:rPr lang="fr-FR" sz="1000" noProof="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content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4"/>
          <p:cNvSpPr txBox="1">
            <a:spLocks noGrp="1"/>
          </p:cNvSpPr>
          <p:nvPr>
            <p:ph type="title"/>
          </p:nvPr>
        </p:nvSpPr>
        <p:spPr>
          <a:xfrm>
            <a:off x="467100" y="0"/>
            <a:ext cx="82098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noProof="0" err="1"/>
              <a:t>Competitor</a:t>
            </a:r>
            <a:r>
              <a:rPr lang="fr-FR" sz="1200" noProof="0"/>
              <a:t> Matrix</a:t>
            </a:r>
          </a:p>
        </p:txBody>
      </p:sp>
      <p:sp>
        <p:nvSpPr>
          <p:cNvPr id="538" name="Google Shape;538;p44"/>
          <p:cNvSpPr/>
          <p:nvPr/>
        </p:nvSpPr>
        <p:spPr>
          <a:xfrm>
            <a:off x="467100" y="467100"/>
            <a:ext cx="8209800" cy="420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539" name="Google Shape;539;p44"/>
          <p:cNvGrpSpPr/>
          <p:nvPr/>
        </p:nvGrpSpPr>
        <p:grpSpPr>
          <a:xfrm>
            <a:off x="638150" y="467111"/>
            <a:ext cx="7867750" cy="4209098"/>
            <a:chOff x="638138" y="467100"/>
            <a:chExt cx="7867750" cy="4194000"/>
          </a:xfrm>
        </p:grpSpPr>
        <p:cxnSp>
          <p:nvCxnSpPr>
            <p:cNvPr id="540" name="Google Shape;540;p44"/>
            <p:cNvCxnSpPr/>
            <p:nvPr/>
          </p:nvCxnSpPr>
          <p:spPr>
            <a:xfrm>
              <a:off x="638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1" name="Google Shape;541;p44"/>
            <p:cNvCxnSpPr/>
            <p:nvPr/>
          </p:nvCxnSpPr>
          <p:spPr>
            <a:xfrm>
              <a:off x="809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2" name="Google Shape;542;p44"/>
            <p:cNvCxnSpPr/>
            <p:nvPr/>
          </p:nvCxnSpPr>
          <p:spPr>
            <a:xfrm>
              <a:off x="980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44"/>
            <p:cNvCxnSpPr/>
            <p:nvPr/>
          </p:nvCxnSpPr>
          <p:spPr>
            <a:xfrm>
              <a:off x="1151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44"/>
            <p:cNvCxnSpPr/>
            <p:nvPr/>
          </p:nvCxnSpPr>
          <p:spPr>
            <a:xfrm>
              <a:off x="1322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44"/>
            <p:cNvCxnSpPr/>
            <p:nvPr/>
          </p:nvCxnSpPr>
          <p:spPr>
            <a:xfrm>
              <a:off x="1493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6" name="Google Shape;546;p44"/>
            <p:cNvCxnSpPr/>
            <p:nvPr/>
          </p:nvCxnSpPr>
          <p:spPr>
            <a:xfrm>
              <a:off x="1664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7" name="Google Shape;547;p44"/>
            <p:cNvCxnSpPr/>
            <p:nvPr/>
          </p:nvCxnSpPr>
          <p:spPr>
            <a:xfrm>
              <a:off x="1835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548;p44"/>
            <p:cNvCxnSpPr/>
            <p:nvPr/>
          </p:nvCxnSpPr>
          <p:spPr>
            <a:xfrm>
              <a:off x="2006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549;p44"/>
            <p:cNvCxnSpPr/>
            <p:nvPr/>
          </p:nvCxnSpPr>
          <p:spPr>
            <a:xfrm>
              <a:off x="2177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0" name="Google Shape;550;p44"/>
            <p:cNvCxnSpPr/>
            <p:nvPr/>
          </p:nvCxnSpPr>
          <p:spPr>
            <a:xfrm>
              <a:off x="2348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1" name="Google Shape;551;p44"/>
            <p:cNvCxnSpPr/>
            <p:nvPr/>
          </p:nvCxnSpPr>
          <p:spPr>
            <a:xfrm>
              <a:off x="2519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44"/>
            <p:cNvCxnSpPr/>
            <p:nvPr/>
          </p:nvCxnSpPr>
          <p:spPr>
            <a:xfrm>
              <a:off x="2690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553;p44"/>
            <p:cNvCxnSpPr/>
            <p:nvPr/>
          </p:nvCxnSpPr>
          <p:spPr>
            <a:xfrm>
              <a:off x="2861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p44"/>
            <p:cNvCxnSpPr/>
            <p:nvPr/>
          </p:nvCxnSpPr>
          <p:spPr>
            <a:xfrm>
              <a:off x="3032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44"/>
            <p:cNvCxnSpPr/>
            <p:nvPr/>
          </p:nvCxnSpPr>
          <p:spPr>
            <a:xfrm>
              <a:off x="3203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44"/>
            <p:cNvCxnSpPr/>
            <p:nvPr/>
          </p:nvCxnSpPr>
          <p:spPr>
            <a:xfrm>
              <a:off x="3374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44"/>
            <p:cNvCxnSpPr/>
            <p:nvPr/>
          </p:nvCxnSpPr>
          <p:spPr>
            <a:xfrm>
              <a:off x="3545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8" name="Google Shape;558;p44"/>
            <p:cNvCxnSpPr/>
            <p:nvPr/>
          </p:nvCxnSpPr>
          <p:spPr>
            <a:xfrm>
              <a:off x="3716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4"/>
            <p:cNvCxnSpPr/>
            <p:nvPr/>
          </p:nvCxnSpPr>
          <p:spPr>
            <a:xfrm>
              <a:off x="3887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4"/>
            <p:cNvCxnSpPr/>
            <p:nvPr/>
          </p:nvCxnSpPr>
          <p:spPr>
            <a:xfrm>
              <a:off x="4058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4"/>
            <p:cNvCxnSpPr/>
            <p:nvPr/>
          </p:nvCxnSpPr>
          <p:spPr>
            <a:xfrm>
              <a:off x="42299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4"/>
            <p:cNvCxnSpPr/>
            <p:nvPr/>
          </p:nvCxnSpPr>
          <p:spPr>
            <a:xfrm>
              <a:off x="44009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4"/>
            <p:cNvCxnSpPr/>
            <p:nvPr/>
          </p:nvCxnSpPr>
          <p:spPr>
            <a:xfrm>
              <a:off x="47430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4"/>
            <p:cNvCxnSpPr/>
            <p:nvPr/>
          </p:nvCxnSpPr>
          <p:spPr>
            <a:xfrm>
              <a:off x="49141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4"/>
            <p:cNvCxnSpPr/>
            <p:nvPr/>
          </p:nvCxnSpPr>
          <p:spPr>
            <a:xfrm>
              <a:off x="5085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4"/>
            <p:cNvCxnSpPr/>
            <p:nvPr/>
          </p:nvCxnSpPr>
          <p:spPr>
            <a:xfrm>
              <a:off x="5256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4"/>
            <p:cNvCxnSpPr/>
            <p:nvPr/>
          </p:nvCxnSpPr>
          <p:spPr>
            <a:xfrm>
              <a:off x="5427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4"/>
            <p:cNvCxnSpPr/>
            <p:nvPr/>
          </p:nvCxnSpPr>
          <p:spPr>
            <a:xfrm>
              <a:off x="5598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4"/>
            <p:cNvCxnSpPr/>
            <p:nvPr/>
          </p:nvCxnSpPr>
          <p:spPr>
            <a:xfrm>
              <a:off x="5769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4"/>
            <p:cNvCxnSpPr/>
            <p:nvPr/>
          </p:nvCxnSpPr>
          <p:spPr>
            <a:xfrm>
              <a:off x="5940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1" name="Google Shape;571;p44"/>
            <p:cNvCxnSpPr/>
            <p:nvPr/>
          </p:nvCxnSpPr>
          <p:spPr>
            <a:xfrm>
              <a:off x="6111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2" name="Google Shape;572;p44"/>
            <p:cNvCxnSpPr/>
            <p:nvPr/>
          </p:nvCxnSpPr>
          <p:spPr>
            <a:xfrm>
              <a:off x="6282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" name="Google Shape;573;p44"/>
            <p:cNvCxnSpPr/>
            <p:nvPr/>
          </p:nvCxnSpPr>
          <p:spPr>
            <a:xfrm>
              <a:off x="6453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4" name="Google Shape;574;p44"/>
            <p:cNvCxnSpPr/>
            <p:nvPr/>
          </p:nvCxnSpPr>
          <p:spPr>
            <a:xfrm>
              <a:off x="6624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5" name="Google Shape;575;p44"/>
            <p:cNvCxnSpPr/>
            <p:nvPr/>
          </p:nvCxnSpPr>
          <p:spPr>
            <a:xfrm>
              <a:off x="6795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6" name="Google Shape;576;p44"/>
            <p:cNvCxnSpPr/>
            <p:nvPr/>
          </p:nvCxnSpPr>
          <p:spPr>
            <a:xfrm>
              <a:off x="6966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7" name="Google Shape;577;p44"/>
            <p:cNvCxnSpPr/>
            <p:nvPr/>
          </p:nvCxnSpPr>
          <p:spPr>
            <a:xfrm>
              <a:off x="7137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8" name="Google Shape;578;p44"/>
            <p:cNvCxnSpPr/>
            <p:nvPr/>
          </p:nvCxnSpPr>
          <p:spPr>
            <a:xfrm>
              <a:off x="7308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44"/>
            <p:cNvCxnSpPr/>
            <p:nvPr/>
          </p:nvCxnSpPr>
          <p:spPr>
            <a:xfrm>
              <a:off x="7479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0" name="Google Shape;580;p44"/>
            <p:cNvCxnSpPr/>
            <p:nvPr/>
          </p:nvCxnSpPr>
          <p:spPr>
            <a:xfrm>
              <a:off x="7650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1" name="Google Shape;581;p44"/>
            <p:cNvCxnSpPr/>
            <p:nvPr/>
          </p:nvCxnSpPr>
          <p:spPr>
            <a:xfrm>
              <a:off x="7821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2" name="Google Shape;582;p44"/>
            <p:cNvCxnSpPr/>
            <p:nvPr/>
          </p:nvCxnSpPr>
          <p:spPr>
            <a:xfrm>
              <a:off x="7992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3" name="Google Shape;583;p44"/>
            <p:cNvCxnSpPr/>
            <p:nvPr/>
          </p:nvCxnSpPr>
          <p:spPr>
            <a:xfrm>
              <a:off x="8163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4" name="Google Shape;584;p44"/>
            <p:cNvCxnSpPr/>
            <p:nvPr/>
          </p:nvCxnSpPr>
          <p:spPr>
            <a:xfrm>
              <a:off x="8334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5" name="Google Shape;585;p44"/>
            <p:cNvCxnSpPr/>
            <p:nvPr/>
          </p:nvCxnSpPr>
          <p:spPr>
            <a:xfrm>
              <a:off x="8505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6" name="Google Shape;586;p4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37</a:t>
            </a:fld>
            <a:endParaRPr lang="fr-FR" noProof="0"/>
          </a:p>
        </p:txBody>
      </p:sp>
      <p:grpSp>
        <p:nvGrpSpPr>
          <p:cNvPr id="587" name="Google Shape;587;p44"/>
          <p:cNvGrpSpPr/>
          <p:nvPr/>
        </p:nvGrpSpPr>
        <p:grpSpPr>
          <a:xfrm>
            <a:off x="467107" y="642473"/>
            <a:ext cx="8209755" cy="3858239"/>
            <a:chOff x="467088" y="642474"/>
            <a:chExt cx="4194000" cy="3858239"/>
          </a:xfrm>
        </p:grpSpPr>
        <p:cxnSp>
          <p:nvCxnSpPr>
            <p:cNvPr id="588" name="Google Shape;588;p44"/>
            <p:cNvCxnSpPr/>
            <p:nvPr/>
          </p:nvCxnSpPr>
          <p:spPr>
            <a:xfrm>
              <a:off x="2564088" y="-145452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9" name="Google Shape;589;p44"/>
            <p:cNvCxnSpPr/>
            <p:nvPr/>
          </p:nvCxnSpPr>
          <p:spPr>
            <a:xfrm>
              <a:off x="2564088" y="-127915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0" name="Google Shape;590;p44"/>
            <p:cNvCxnSpPr/>
            <p:nvPr/>
          </p:nvCxnSpPr>
          <p:spPr>
            <a:xfrm>
              <a:off x="2564088" y="-110377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" name="Google Shape;591;p44"/>
            <p:cNvCxnSpPr/>
            <p:nvPr/>
          </p:nvCxnSpPr>
          <p:spPr>
            <a:xfrm>
              <a:off x="2564088" y="-92840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2" name="Google Shape;592;p44"/>
            <p:cNvCxnSpPr/>
            <p:nvPr/>
          </p:nvCxnSpPr>
          <p:spPr>
            <a:xfrm>
              <a:off x="2564088" y="-75302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3" name="Google Shape;593;p44"/>
            <p:cNvCxnSpPr/>
            <p:nvPr/>
          </p:nvCxnSpPr>
          <p:spPr>
            <a:xfrm>
              <a:off x="2564088" y="-57765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4" name="Google Shape;594;p44"/>
            <p:cNvCxnSpPr/>
            <p:nvPr/>
          </p:nvCxnSpPr>
          <p:spPr>
            <a:xfrm>
              <a:off x="2564088" y="-40227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5" name="Google Shape;595;p44"/>
            <p:cNvCxnSpPr/>
            <p:nvPr/>
          </p:nvCxnSpPr>
          <p:spPr>
            <a:xfrm>
              <a:off x="2564088" y="-22690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6" name="Google Shape;596;p44"/>
            <p:cNvCxnSpPr/>
            <p:nvPr/>
          </p:nvCxnSpPr>
          <p:spPr>
            <a:xfrm>
              <a:off x="2564088" y="-5153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7" name="Google Shape;597;p44"/>
            <p:cNvCxnSpPr/>
            <p:nvPr/>
          </p:nvCxnSpPr>
          <p:spPr>
            <a:xfrm>
              <a:off x="2564088" y="12384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8" name="Google Shape;598;p44"/>
            <p:cNvCxnSpPr/>
            <p:nvPr/>
          </p:nvCxnSpPr>
          <p:spPr>
            <a:xfrm>
              <a:off x="2564088" y="29921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9" name="Google Shape;599;p44"/>
            <p:cNvCxnSpPr/>
            <p:nvPr/>
          </p:nvCxnSpPr>
          <p:spPr>
            <a:xfrm>
              <a:off x="2564088" y="64996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0" name="Google Shape;600;p44"/>
            <p:cNvCxnSpPr/>
            <p:nvPr/>
          </p:nvCxnSpPr>
          <p:spPr>
            <a:xfrm>
              <a:off x="2564088" y="82534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1" name="Google Shape;601;p44"/>
            <p:cNvCxnSpPr/>
            <p:nvPr/>
          </p:nvCxnSpPr>
          <p:spPr>
            <a:xfrm>
              <a:off x="2564088" y="100071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" name="Google Shape;602;p44"/>
            <p:cNvCxnSpPr/>
            <p:nvPr/>
          </p:nvCxnSpPr>
          <p:spPr>
            <a:xfrm>
              <a:off x="2564088" y="117609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3" name="Google Shape;603;p44"/>
            <p:cNvCxnSpPr/>
            <p:nvPr/>
          </p:nvCxnSpPr>
          <p:spPr>
            <a:xfrm>
              <a:off x="2564088" y="135146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" name="Google Shape;604;p44"/>
            <p:cNvCxnSpPr/>
            <p:nvPr/>
          </p:nvCxnSpPr>
          <p:spPr>
            <a:xfrm>
              <a:off x="2564088" y="152684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5" name="Google Shape;605;p44"/>
            <p:cNvCxnSpPr/>
            <p:nvPr/>
          </p:nvCxnSpPr>
          <p:spPr>
            <a:xfrm>
              <a:off x="2564088" y="170221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Google Shape;606;p44"/>
            <p:cNvCxnSpPr/>
            <p:nvPr/>
          </p:nvCxnSpPr>
          <p:spPr>
            <a:xfrm>
              <a:off x="2564088" y="187759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44"/>
            <p:cNvCxnSpPr/>
            <p:nvPr/>
          </p:nvCxnSpPr>
          <p:spPr>
            <a:xfrm>
              <a:off x="2564088" y="205296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44"/>
            <p:cNvCxnSpPr/>
            <p:nvPr/>
          </p:nvCxnSpPr>
          <p:spPr>
            <a:xfrm>
              <a:off x="2564088" y="222833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44"/>
            <p:cNvCxnSpPr/>
            <p:nvPr/>
          </p:nvCxnSpPr>
          <p:spPr>
            <a:xfrm>
              <a:off x="2564088" y="240371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10" name="Google Shape;610;p44"/>
          <p:cNvCxnSpPr/>
          <p:nvPr/>
        </p:nvCxnSpPr>
        <p:spPr>
          <a:xfrm>
            <a:off x="4572000" y="467100"/>
            <a:ext cx="0" cy="420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611" name="Google Shape;611;p44"/>
          <p:cNvCxnSpPr/>
          <p:nvPr/>
        </p:nvCxnSpPr>
        <p:spPr>
          <a:xfrm>
            <a:off x="467100" y="2571600"/>
            <a:ext cx="8209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612" name="Google Shape;612;p44"/>
          <p:cNvSpPr txBox="1"/>
          <p:nvPr/>
        </p:nvSpPr>
        <p:spPr>
          <a:xfrm rot="-5400000">
            <a:off x="-258750" y="248893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LOW VALUE 1</a:t>
            </a:r>
          </a:p>
        </p:txBody>
      </p:sp>
      <p:sp>
        <p:nvSpPr>
          <p:cNvPr id="613" name="Google Shape;613;p44"/>
          <p:cNvSpPr txBox="1"/>
          <p:nvPr/>
        </p:nvSpPr>
        <p:spPr>
          <a:xfrm rot="5400000">
            <a:off x="8116400" y="2488925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HIGH VALUE 1</a:t>
            </a:r>
          </a:p>
        </p:txBody>
      </p:sp>
      <p:sp>
        <p:nvSpPr>
          <p:cNvPr id="614" name="Google Shape;614;p44"/>
          <p:cNvSpPr txBox="1"/>
          <p:nvPr/>
        </p:nvSpPr>
        <p:spPr>
          <a:xfrm>
            <a:off x="3928825" y="4676063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LOW VALUE 2</a:t>
            </a:r>
          </a:p>
        </p:txBody>
      </p:sp>
      <p:sp>
        <p:nvSpPr>
          <p:cNvPr id="615" name="Google Shape;615;p44"/>
          <p:cNvSpPr txBox="1"/>
          <p:nvPr/>
        </p:nvSpPr>
        <p:spPr>
          <a:xfrm>
            <a:off x="3928775" y="30178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HIGH VALUE 2</a:t>
            </a:r>
          </a:p>
        </p:txBody>
      </p:sp>
      <p:sp>
        <p:nvSpPr>
          <p:cNvPr id="616" name="Google Shape;616;p44"/>
          <p:cNvSpPr/>
          <p:nvPr/>
        </p:nvSpPr>
        <p:spPr>
          <a:xfrm>
            <a:off x="7012800" y="826250"/>
            <a:ext cx="1000200" cy="100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Our </a:t>
            </a:r>
            <a:r>
              <a:rPr lang="fr-FR" sz="800" noProof="0" err="1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company</a:t>
            </a:r>
            <a:endParaRPr lang="fr-FR" sz="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3130425" y="1295125"/>
            <a:ext cx="876000" cy="87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 err="1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Competitor</a:t>
            </a:r>
            <a:endParaRPr lang="fr-FR" sz="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18" name="Google Shape;618;p44"/>
          <p:cNvSpPr/>
          <p:nvPr/>
        </p:nvSpPr>
        <p:spPr>
          <a:xfrm>
            <a:off x="1382875" y="3471600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 err="1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Competitor</a:t>
            </a:r>
            <a:endParaRPr lang="fr-FR" sz="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19" name="Google Shape;619;p44"/>
          <p:cNvSpPr/>
          <p:nvPr/>
        </p:nvSpPr>
        <p:spPr>
          <a:xfrm>
            <a:off x="5626925" y="2948000"/>
            <a:ext cx="730500" cy="730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 err="1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Competitor</a:t>
            </a:r>
            <a:endParaRPr lang="fr-FR" sz="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20" name="Google Shape;620;p44"/>
          <p:cNvSpPr/>
          <p:nvPr/>
        </p:nvSpPr>
        <p:spPr>
          <a:xfrm>
            <a:off x="6527700" y="3398850"/>
            <a:ext cx="876000" cy="87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Competitor</a:t>
            </a:r>
            <a:endParaRPr lang="fr-FR" sz="800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21" name="Google Shape;621;p44"/>
          <p:cNvSpPr/>
          <p:nvPr/>
        </p:nvSpPr>
        <p:spPr>
          <a:xfrm>
            <a:off x="4768850" y="564625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 err="1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Competitor</a:t>
            </a:r>
            <a:endParaRPr lang="fr-FR" sz="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22" name="Google Shape;622;p44"/>
          <p:cNvSpPr/>
          <p:nvPr/>
        </p:nvSpPr>
        <p:spPr>
          <a:xfrm>
            <a:off x="1114225" y="947475"/>
            <a:ext cx="467100" cy="46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noProof="0" err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Competitor</a:t>
            </a:r>
            <a:endParaRPr lang="fr-FR" sz="800" noProof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5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/>
              <a:t>Weekly Planner</a:t>
            </a:r>
          </a:p>
        </p:txBody>
      </p:sp>
      <p:sp>
        <p:nvSpPr>
          <p:cNvPr id="628" name="Google Shape;628;p4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38</a:t>
            </a:fld>
            <a:endParaRPr lang="fr-FR" noProof="0"/>
          </a:p>
        </p:txBody>
      </p:sp>
      <p:graphicFrame>
        <p:nvGraphicFramePr>
          <p:cNvPr id="629" name="Google Shape;629;p45"/>
          <p:cNvGraphicFramePr/>
          <p:nvPr>
            <p:extLst>
              <p:ext uri="{D42A27DB-BD31-4B8C-83A1-F6EECF244321}">
                <p14:modId xmlns:p14="http://schemas.microsoft.com/office/powerpoint/2010/main" val="2064289672"/>
              </p:ext>
            </p:extLst>
          </p:nvPr>
        </p:nvGraphicFramePr>
        <p:xfrm>
          <a:off x="886600" y="1474725"/>
          <a:ext cx="7370775" cy="2986825"/>
        </p:xfrm>
        <a:graphic>
          <a:graphicData uri="http://schemas.openxmlformats.org/drawingml/2006/table">
            <a:tbl>
              <a:tblPr>
                <a:noFill/>
                <a:tableStyleId>{A48185A3-63CA-4AD0-B97A-12F4E0155644}</a:tableStyleId>
              </a:tblPr>
              <a:tblGrid>
                <a:gridCol w="81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800" noProof="0">
                        <a:solidFill>
                          <a:schemeClr val="dk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noProof="0">
                          <a:solidFill>
                            <a:schemeClr val="l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SUNDAY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noProof="0">
                          <a:solidFill>
                            <a:schemeClr val="l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MONDAY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noProof="0">
                          <a:solidFill>
                            <a:schemeClr val="l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TUESDAY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noProof="0">
                          <a:solidFill>
                            <a:schemeClr val="l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WEDNESDAY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noProof="0">
                          <a:solidFill>
                            <a:schemeClr val="l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THURSDAY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noProof="0">
                          <a:solidFill>
                            <a:schemeClr val="l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FRIDAY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noProof="0">
                          <a:solidFill>
                            <a:schemeClr val="l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SATURDAY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09:00 - 09:45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10:00 - 10:45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11:00 - 11:45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12:00 - 13:15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✔ Free time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✔ Free time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✔ Free time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✔ Free time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✔ Free time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✔ Free time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✔ Free time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13:30 - 14:15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14:30 - 15:15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15:30 - 16:15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noProof="0" err="1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Task</a:t>
                      </a:r>
                      <a:endParaRPr lang="fr-FR" sz="800" noProof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52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634;p46"/>
          <p:cNvGrpSpPr/>
          <p:nvPr/>
        </p:nvGrpSpPr>
        <p:grpSpPr>
          <a:xfrm>
            <a:off x="756661" y="845486"/>
            <a:ext cx="307248" cy="388574"/>
            <a:chOff x="584925" y="238125"/>
            <a:chExt cx="415200" cy="525100"/>
          </a:xfrm>
        </p:grpSpPr>
        <p:sp>
          <p:nvSpPr>
            <p:cNvPr id="635" name="Google Shape;635;p46"/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36" name="Google Shape;636;p46"/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37" name="Google Shape;637;p46"/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38" name="Google Shape;638;p46"/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39" name="Google Shape;639;p46"/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40" name="Google Shape;640;p46"/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641" name="Google Shape;641;p46"/>
          <p:cNvGrpSpPr/>
          <p:nvPr/>
        </p:nvGrpSpPr>
        <p:grpSpPr>
          <a:xfrm>
            <a:off x="1244617" y="901948"/>
            <a:ext cx="328949" cy="273837"/>
            <a:chOff x="1244325" y="314425"/>
            <a:chExt cx="444525" cy="370050"/>
          </a:xfrm>
        </p:grpSpPr>
        <p:sp>
          <p:nvSpPr>
            <p:cNvPr id="642" name="Google Shape;642;p46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43" name="Google Shape;643;p46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644" name="Google Shape;644;p46"/>
          <p:cNvGrpSpPr/>
          <p:nvPr/>
        </p:nvGrpSpPr>
        <p:grpSpPr>
          <a:xfrm>
            <a:off x="1750666" y="900598"/>
            <a:ext cx="314500" cy="276538"/>
            <a:chOff x="1928175" y="312600"/>
            <a:chExt cx="425000" cy="373700"/>
          </a:xfrm>
        </p:grpSpPr>
        <p:sp>
          <p:nvSpPr>
            <p:cNvPr id="645" name="Google Shape;645;p46"/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46" name="Google Shape;646;p46"/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647" name="Google Shape;647;p46"/>
          <p:cNvSpPr/>
          <p:nvPr/>
        </p:nvSpPr>
        <p:spPr>
          <a:xfrm>
            <a:off x="2277921" y="890659"/>
            <a:ext cx="257557" cy="296407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648" name="Google Shape;648;p46"/>
          <p:cNvSpPr/>
          <p:nvPr/>
        </p:nvSpPr>
        <p:spPr>
          <a:xfrm>
            <a:off x="2794340" y="891565"/>
            <a:ext cx="222333" cy="294594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649" name="Google Shape;649;p46"/>
          <p:cNvGrpSpPr/>
          <p:nvPr/>
        </p:nvGrpSpPr>
        <p:grpSpPr>
          <a:xfrm>
            <a:off x="3223618" y="886149"/>
            <a:ext cx="361490" cy="305454"/>
            <a:chOff x="3918650" y="293075"/>
            <a:chExt cx="488500" cy="412775"/>
          </a:xfrm>
        </p:grpSpPr>
        <p:sp>
          <p:nvSpPr>
            <p:cNvPr id="650" name="Google Shape;650;p46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51" name="Google Shape;651;p46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52" name="Google Shape;652;p46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653" name="Google Shape;653;p46"/>
          <p:cNvGrpSpPr/>
          <p:nvPr/>
        </p:nvGrpSpPr>
        <p:grpSpPr>
          <a:xfrm>
            <a:off x="3754512" y="863098"/>
            <a:ext cx="297332" cy="351537"/>
            <a:chOff x="4636075" y="261925"/>
            <a:chExt cx="401800" cy="475050"/>
          </a:xfrm>
        </p:grpSpPr>
        <p:sp>
          <p:nvSpPr>
            <p:cNvPr id="654" name="Google Shape;654;p46"/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55" name="Google Shape;655;p46"/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56" name="Google Shape;656;p46"/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57" name="Google Shape;657;p46"/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658" name="Google Shape;658;p46"/>
          <p:cNvSpPr/>
          <p:nvPr/>
        </p:nvSpPr>
        <p:spPr>
          <a:xfrm>
            <a:off x="4231581" y="890196"/>
            <a:ext cx="340696" cy="297332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659" name="Google Shape;659;p46"/>
          <p:cNvGrpSpPr/>
          <p:nvPr/>
        </p:nvGrpSpPr>
        <p:grpSpPr>
          <a:xfrm>
            <a:off x="4751699" y="892476"/>
            <a:ext cx="298220" cy="292337"/>
            <a:chOff x="5983625" y="301625"/>
            <a:chExt cx="403000" cy="395050"/>
          </a:xfrm>
        </p:grpSpPr>
        <p:sp>
          <p:nvSpPr>
            <p:cNvPr id="660" name="Google Shape;660;p46"/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1" name="Google Shape;661;p46"/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4" name="Google Shape;664;p46"/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7" name="Google Shape;667;p46"/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8" name="Google Shape;668;p46"/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69" name="Google Shape;669;p46"/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0" name="Google Shape;670;p46"/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1" name="Google Shape;671;p46"/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2" name="Google Shape;672;p46"/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3" name="Google Shape;673;p46"/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4" name="Google Shape;674;p46"/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5" name="Google Shape;675;p46"/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6" name="Google Shape;676;p46"/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7" name="Google Shape;677;p46"/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8" name="Google Shape;678;p46"/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79" name="Google Shape;679;p46"/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680" name="Google Shape;680;p46"/>
          <p:cNvGrpSpPr/>
          <p:nvPr/>
        </p:nvGrpSpPr>
        <p:grpSpPr>
          <a:xfrm>
            <a:off x="5252772" y="890201"/>
            <a:ext cx="293706" cy="293262"/>
            <a:chOff x="6660750" y="298550"/>
            <a:chExt cx="396900" cy="396300"/>
          </a:xfrm>
        </p:grpSpPr>
        <p:sp>
          <p:nvSpPr>
            <p:cNvPr id="681" name="Google Shape;681;p46"/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82" name="Google Shape;682;p46"/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683" name="Google Shape;683;p46"/>
          <p:cNvGrpSpPr/>
          <p:nvPr/>
        </p:nvGrpSpPr>
        <p:grpSpPr>
          <a:xfrm>
            <a:off x="756661" y="1351979"/>
            <a:ext cx="307248" cy="371869"/>
            <a:chOff x="584925" y="922575"/>
            <a:chExt cx="415200" cy="502525"/>
          </a:xfrm>
        </p:grpSpPr>
        <p:sp>
          <p:nvSpPr>
            <p:cNvPr id="684" name="Google Shape;684;p46"/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85" name="Google Shape;685;p46"/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86" name="Google Shape;686;p46"/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687" name="Google Shape;687;p46"/>
          <p:cNvGrpSpPr/>
          <p:nvPr/>
        </p:nvGrpSpPr>
        <p:grpSpPr>
          <a:xfrm>
            <a:off x="1246430" y="1343395"/>
            <a:ext cx="325341" cy="387686"/>
            <a:chOff x="1246775" y="910975"/>
            <a:chExt cx="439650" cy="523900"/>
          </a:xfrm>
        </p:grpSpPr>
        <p:sp>
          <p:nvSpPr>
            <p:cNvPr id="688" name="Google Shape;688;p46"/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89" name="Google Shape;689;p46"/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90" name="Google Shape;690;p46"/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691" name="Google Shape;691;p46"/>
          <p:cNvGrpSpPr/>
          <p:nvPr/>
        </p:nvGrpSpPr>
        <p:grpSpPr>
          <a:xfrm>
            <a:off x="1749316" y="1405740"/>
            <a:ext cx="317201" cy="263884"/>
            <a:chOff x="1926350" y="995225"/>
            <a:chExt cx="428650" cy="356600"/>
          </a:xfrm>
        </p:grpSpPr>
        <p:sp>
          <p:nvSpPr>
            <p:cNvPr id="692" name="Google Shape;692;p46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93" name="Google Shape;693;p46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94" name="Google Shape;694;p46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695" name="Google Shape;695;p46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696" name="Google Shape;696;p46"/>
          <p:cNvSpPr/>
          <p:nvPr/>
        </p:nvSpPr>
        <p:spPr>
          <a:xfrm>
            <a:off x="2251707" y="1383582"/>
            <a:ext cx="309986" cy="308173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697" name="Google Shape;697;p46"/>
          <p:cNvSpPr/>
          <p:nvPr/>
        </p:nvSpPr>
        <p:spPr>
          <a:xfrm>
            <a:off x="2750976" y="1398955"/>
            <a:ext cx="309061" cy="277445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698" name="Google Shape;698;p46"/>
          <p:cNvSpPr/>
          <p:nvPr/>
        </p:nvSpPr>
        <p:spPr>
          <a:xfrm>
            <a:off x="3254298" y="1401212"/>
            <a:ext cx="300033" cy="27291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699" name="Google Shape;699;p46"/>
          <p:cNvSpPr/>
          <p:nvPr/>
        </p:nvSpPr>
        <p:spPr>
          <a:xfrm>
            <a:off x="3763039" y="1403913"/>
            <a:ext cx="280164" cy="267510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700" name="Google Shape;700;p46"/>
          <p:cNvGrpSpPr/>
          <p:nvPr/>
        </p:nvGrpSpPr>
        <p:grpSpPr>
          <a:xfrm>
            <a:off x="4247463" y="1385871"/>
            <a:ext cx="309061" cy="309505"/>
            <a:chOff x="5302225" y="968375"/>
            <a:chExt cx="417650" cy="418250"/>
          </a:xfrm>
        </p:grpSpPr>
        <p:sp>
          <p:nvSpPr>
            <p:cNvPr id="701" name="Google Shape;701;p46"/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02" name="Google Shape;702;p46"/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03" name="Google Shape;703;p46"/>
          <p:cNvGrpSpPr/>
          <p:nvPr/>
        </p:nvGrpSpPr>
        <p:grpSpPr>
          <a:xfrm>
            <a:off x="4709223" y="1351073"/>
            <a:ext cx="383172" cy="373219"/>
            <a:chOff x="5926225" y="921350"/>
            <a:chExt cx="517800" cy="504350"/>
          </a:xfrm>
        </p:grpSpPr>
        <p:sp>
          <p:nvSpPr>
            <p:cNvPr id="704" name="Google Shape;704;p46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05" name="Google Shape;705;p46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06" name="Google Shape;706;p46"/>
          <p:cNvGrpSpPr/>
          <p:nvPr/>
        </p:nvGrpSpPr>
        <p:grpSpPr>
          <a:xfrm>
            <a:off x="5220693" y="1358306"/>
            <a:ext cx="357864" cy="358771"/>
            <a:chOff x="6617400" y="931125"/>
            <a:chExt cx="483600" cy="484825"/>
          </a:xfrm>
        </p:grpSpPr>
        <p:sp>
          <p:nvSpPr>
            <p:cNvPr id="707" name="Google Shape;707;p46"/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08" name="Google Shape;708;p46"/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09" name="Google Shape;709;p46"/>
          <p:cNvGrpSpPr/>
          <p:nvPr/>
        </p:nvGrpSpPr>
        <p:grpSpPr>
          <a:xfrm>
            <a:off x="737680" y="1915397"/>
            <a:ext cx="345210" cy="242202"/>
            <a:chOff x="559275" y="1683950"/>
            <a:chExt cx="466500" cy="327300"/>
          </a:xfrm>
        </p:grpSpPr>
        <p:sp>
          <p:nvSpPr>
            <p:cNvPr id="710" name="Google Shape;710;p46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11" name="Google Shape;711;p46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12" name="Google Shape;712;p46"/>
          <p:cNvGrpSpPr/>
          <p:nvPr/>
        </p:nvGrpSpPr>
        <p:grpSpPr>
          <a:xfrm>
            <a:off x="1236496" y="1867519"/>
            <a:ext cx="345210" cy="337977"/>
            <a:chOff x="1233350" y="1619250"/>
            <a:chExt cx="466500" cy="456725"/>
          </a:xfrm>
        </p:grpSpPr>
        <p:sp>
          <p:nvSpPr>
            <p:cNvPr id="713" name="Google Shape;713;p46"/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14" name="Google Shape;714;p46"/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15" name="Google Shape;715;p46"/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16" name="Google Shape;716;p46"/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17" name="Google Shape;717;p46"/>
          <p:cNvGrpSpPr/>
          <p:nvPr/>
        </p:nvGrpSpPr>
        <p:grpSpPr>
          <a:xfrm>
            <a:off x="1746152" y="1874734"/>
            <a:ext cx="323528" cy="323528"/>
            <a:chOff x="1922075" y="1629000"/>
            <a:chExt cx="437200" cy="437200"/>
          </a:xfrm>
        </p:grpSpPr>
        <p:sp>
          <p:nvSpPr>
            <p:cNvPr id="718" name="Google Shape;718;p46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19" name="Google Shape;719;p46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20" name="Google Shape;720;p46"/>
          <p:cNvGrpSpPr/>
          <p:nvPr/>
        </p:nvGrpSpPr>
        <p:grpSpPr>
          <a:xfrm>
            <a:off x="2243617" y="1873383"/>
            <a:ext cx="326229" cy="326229"/>
            <a:chOff x="2594325" y="1627175"/>
            <a:chExt cx="440850" cy="440850"/>
          </a:xfrm>
        </p:grpSpPr>
        <p:sp>
          <p:nvSpPr>
            <p:cNvPr id="721" name="Google Shape;721;p46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22" name="Google Shape;722;p46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23" name="Google Shape;723;p46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724" name="Google Shape;724;p46"/>
          <p:cNvSpPr/>
          <p:nvPr/>
        </p:nvSpPr>
        <p:spPr>
          <a:xfrm>
            <a:off x="2756841" y="1887827"/>
            <a:ext cx="297332" cy="297314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725" name="Google Shape;725;p46"/>
          <p:cNvGrpSpPr/>
          <p:nvPr/>
        </p:nvGrpSpPr>
        <p:grpSpPr>
          <a:xfrm>
            <a:off x="3271977" y="1848982"/>
            <a:ext cx="264772" cy="375032"/>
            <a:chOff x="3984000" y="1594200"/>
            <a:chExt cx="357800" cy="506800"/>
          </a:xfrm>
        </p:grpSpPr>
        <p:sp>
          <p:nvSpPr>
            <p:cNvPr id="726" name="Google Shape;726;p46"/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27" name="Google Shape;727;p46"/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28" name="Google Shape;728;p46"/>
          <p:cNvGrpSpPr/>
          <p:nvPr/>
        </p:nvGrpSpPr>
        <p:grpSpPr>
          <a:xfrm>
            <a:off x="3728760" y="1929401"/>
            <a:ext cx="348836" cy="214193"/>
            <a:chOff x="4601275" y="1702875"/>
            <a:chExt cx="471400" cy="289450"/>
          </a:xfrm>
        </p:grpSpPr>
        <p:sp>
          <p:nvSpPr>
            <p:cNvPr id="729" name="Google Shape;729;p46"/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31" name="Google Shape;731;p46"/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32" name="Google Shape;732;p46"/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33" name="Google Shape;733;p46"/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34" name="Google Shape;734;p46"/>
          <p:cNvGrpSpPr/>
          <p:nvPr/>
        </p:nvGrpSpPr>
        <p:grpSpPr>
          <a:xfrm>
            <a:off x="4244300" y="1876991"/>
            <a:ext cx="315388" cy="319014"/>
            <a:chOff x="5297950" y="1632050"/>
            <a:chExt cx="426200" cy="431100"/>
          </a:xfrm>
        </p:grpSpPr>
        <p:sp>
          <p:nvSpPr>
            <p:cNvPr id="735" name="Google Shape;735;p46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36" name="Google Shape;736;p46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37" name="Google Shape;737;p46"/>
          <p:cNvGrpSpPr/>
          <p:nvPr/>
        </p:nvGrpSpPr>
        <p:grpSpPr>
          <a:xfrm>
            <a:off x="4742209" y="1867519"/>
            <a:ext cx="317201" cy="337977"/>
            <a:chOff x="5970800" y="1619250"/>
            <a:chExt cx="428650" cy="456725"/>
          </a:xfrm>
        </p:grpSpPr>
        <p:sp>
          <p:nvSpPr>
            <p:cNvPr id="738" name="Google Shape;738;p46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39" name="Google Shape;739;p46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40" name="Google Shape;740;p46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41" name="Google Shape;741;p46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42" name="Google Shape;742;p46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43" name="Google Shape;743;p46"/>
          <p:cNvGrpSpPr/>
          <p:nvPr/>
        </p:nvGrpSpPr>
        <p:grpSpPr>
          <a:xfrm>
            <a:off x="5226576" y="1863449"/>
            <a:ext cx="355589" cy="324416"/>
            <a:chOff x="6625350" y="1613750"/>
            <a:chExt cx="480525" cy="438400"/>
          </a:xfrm>
        </p:grpSpPr>
        <p:sp>
          <p:nvSpPr>
            <p:cNvPr id="744" name="Google Shape;744;p46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45" name="Google Shape;745;p46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46" name="Google Shape;746;p46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47" name="Google Shape;747;p46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48" name="Google Shape;748;p46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49" name="Google Shape;749;p46"/>
          <p:cNvGrpSpPr/>
          <p:nvPr/>
        </p:nvGrpSpPr>
        <p:grpSpPr>
          <a:xfrm>
            <a:off x="776086" y="2391180"/>
            <a:ext cx="268398" cy="288286"/>
            <a:chOff x="611175" y="2326900"/>
            <a:chExt cx="362700" cy="389575"/>
          </a:xfrm>
        </p:grpSpPr>
        <p:sp>
          <p:nvSpPr>
            <p:cNvPr id="750" name="Google Shape;750;p46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51" name="Google Shape;751;p46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52" name="Google Shape;752;p46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53" name="Google Shape;753;p46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754" name="Google Shape;754;p46"/>
          <p:cNvSpPr/>
          <p:nvPr/>
        </p:nvSpPr>
        <p:spPr>
          <a:xfrm>
            <a:off x="1267653" y="2393847"/>
            <a:ext cx="282865" cy="282865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755" name="Google Shape;755;p46"/>
          <p:cNvSpPr/>
          <p:nvPr/>
        </p:nvSpPr>
        <p:spPr>
          <a:xfrm>
            <a:off x="1766460" y="2393847"/>
            <a:ext cx="282865" cy="282865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756" name="Google Shape;756;p46"/>
          <p:cNvSpPr/>
          <p:nvPr/>
        </p:nvSpPr>
        <p:spPr>
          <a:xfrm>
            <a:off x="2265267" y="2393847"/>
            <a:ext cx="282865" cy="282865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757" name="Google Shape;757;p46"/>
          <p:cNvGrpSpPr/>
          <p:nvPr/>
        </p:nvGrpSpPr>
        <p:grpSpPr>
          <a:xfrm>
            <a:off x="2830086" y="2345096"/>
            <a:ext cx="150923" cy="376845"/>
            <a:chOff x="3386850" y="2264625"/>
            <a:chExt cx="203950" cy="509250"/>
          </a:xfrm>
        </p:grpSpPr>
        <p:sp>
          <p:nvSpPr>
            <p:cNvPr id="758" name="Google Shape;758;p46"/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59" name="Google Shape;759;p46"/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60" name="Google Shape;760;p46"/>
          <p:cNvGrpSpPr/>
          <p:nvPr/>
        </p:nvGrpSpPr>
        <p:grpSpPr>
          <a:xfrm>
            <a:off x="3841277" y="2392993"/>
            <a:ext cx="123802" cy="281052"/>
            <a:chOff x="4753325" y="2329350"/>
            <a:chExt cx="167300" cy="379800"/>
          </a:xfrm>
        </p:grpSpPr>
        <p:sp>
          <p:nvSpPr>
            <p:cNvPr id="761" name="Google Shape;761;p46"/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62" name="Google Shape;762;p46"/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63" name="Google Shape;763;p46"/>
          <p:cNvGrpSpPr/>
          <p:nvPr/>
        </p:nvGrpSpPr>
        <p:grpSpPr>
          <a:xfrm>
            <a:off x="3340186" y="2346891"/>
            <a:ext cx="128353" cy="373238"/>
            <a:chOff x="4076175" y="2267050"/>
            <a:chExt cx="173450" cy="504375"/>
          </a:xfrm>
        </p:grpSpPr>
        <p:sp>
          <p:nvSpPr>
            <p:cNvPr id="764" name="Google Shape;764;p46"/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65" name="Google Shape;765;p46"/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766" name="Google Shape;766;p46"/>
          <p:cNvSpPr/>
          <p:nvPr/>
        </p:nvSpPr>
        <p:spPr>
          <a:xfrm>
            <a:off x="4260496" y="2386170"/>
            <a:ext cx="282865" cy="298220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767" name="Google Shape;767;p46"/>
          <p:cNvGrpSpPr/>
          <p:nvPr/>
        </p:nvGrpSpPr>
        <p:grpSpPr>
          <a:xfrm>
            <a:off x="4745372" y="2391624"/>
            <a:ext cx="310874" cy="287379"/>
            <a:chOff x="5975075" y="2327500"/>
            <a:chExt cx="420100" cy="388350"/>
          </a:xfrm>
        </p:grpSpPr>
        <p:sp>
          <p:nvSpPr>
            <p:cNvPr id="768" name="Google Shape;768;p46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69" name="Google Shape;769;p46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70" name="Google Shape;770;p46"/>
          <p:cNvGrpSpPr/>
          <p:nvPr/>
        </p:nvGrpSpPr>
        <p:grpSpPr>
          <a:xfrm>
            <a:off x="5304276" y="2383040"/>
            <a:ext cx="190698" cy="310874"/>
            <a:chOff x="6730350" y="2315900"/>
            <a:chExt cx="257700" cy="420100"/>
          </a:xfrm>
        </p:grpSpPr>
        <p:sp>
          <p:nvSpPr>
            <p:cNvPr id="771" name="Google Shape;771;p46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72" name="Google Shape;772;p46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73" name="Google Shape;773;p46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74" name="Google Shape;774;p46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75" name="Google Shape;775;p46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76" name="Google Shape;776;p46"/>
          <p:cNvGrpSpPr/>
          <p:nvPr/>
        </p:nvGrpSpPr>
        <p:grpSpPr>
          <a:xfrm>
            <a:off x="861926" y="2857916"/>
            <a:ext cx="96718" cy="352444"/>
            <a:chOff x="727175" y="2957625"/>
            <a:chExt cx="130700" cy="476275"/>
          </a:xfrm>
        </p:grpSpPr>
        <p:sp>
          <p:nvSpPr>
            <p:cNvPr id="777" name="Google Shape;777;p46"/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78" name="Google Shape;778;p46"/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779" name="Google Shape;779;p46"/>
          <p:cNvSpPr/>
          <p:nvPr/>
        </p:nvSpPr>
        <p:spPr>
          <a:xfrm>
            <a:off x="1759689" y="2843870"/>
            <a:ext cx="296407" cy="38045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780" name="Google Shape;780;p46"/>
          <p:cNvSpPr/>
          <p:nvPr/>
        </p:nvSpPr>
        <p:spPr>
          <a:xfrm>
            <a:off x="1299287" y="2843870"/>
            <a:ext cx="219595" cy="380453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781" name="Google Shape;781;p46"/>
          <p:cNvGrpSpPr/>
          <p:nvPr/>
        </p:nvGrpSpPr>
        <p:grpSpPr>
          <a:xfrm>
            <a:off x="2235477" y="2869201"/>
            <a:ext cx="342509" cy="329855"/>
            <a:chOff x="2583325" y="2972875"/>
            <a:chExt cx="462850" cy="445750"/>
          </a:xfrm>
        </p:grpSpPr>
        <p:sp>
          <p:nvSpPr>
            <p:cNvPr id="782" name="Google Shape;782;p46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83" name="Google Shape;783;p46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84" name="Google Shape;784;p46"/>
          <p:cNvGrpSpPr/>
          <p:nvPr/>
        </p:nvGrpSpPr>
        <p:grpSpPr>
          <a:xfrm>
            <a:off x="2722545" y="2918467"/>
            <a:ext cx="366004" cy="231343"/>
            <a:chOff x="3241525" y="3039450"/>
            <a:chExt cx="494600" cy="312625"/>
          </a:xfrm>
        </p:grpSpPr>
        <p:sp>
          <p:nvSpPr>
            <p:cNvPr id="785" name="Google Shape;785;p46"/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86" name="Google Shape;786;p46"/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787" name="Google Shape;787;p46"/>
          <p:cNvSpPr/>
          <p:nvPr/>
        </p:nvSpPr>
        <p:spPr>
          <a:xfrm>
            <a:off x="3745871" y="2876855"/>
            <a:ext cx="314500" cy="314482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788" name="Google Shape;788;p46"/>
          <p:cNvGrpSpPr/>
          <p:nvPr/>
        </p:nvGrpSpPr>
        <p:grpSpPr>
          <a:xfrm>
            <a:off x="4212665" y="2894065"/>
            <a:ext cx="378658" cy="280146"/>
            <a:chOff x="5255200" y="3006475"/>
            <a:chExt cx="511700" cy="378575"/>
          </a:xfrm>
        </p:grpSpPr>
        <p:sp>
          <p:nvSpPr>
            <p:cNvPr id="789" name="Google Shape;789;p46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90" name="Google Shape;790;p46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791" name="Google Shape;791;p46"/>
          <p:cNvGrpSpPr/>
          <p:nvPr/>
        </p:nvGrpSpPr>
        <p:grpSpPr>
          <a:xfrm>
            <a:off x="3251183" y="2877804"/>
            <a:ext cx="306360" cy="312669"/>
            <a:chOff x="3955900" y="2984500"/>
            <a:chExt cx="414000" cy="422525"/>
          </a:xfrm>
        </p:grpSpPr>
        <p:sp>
          <p:nvSpPr>
            <p:cNvPr id="792" name="Google Shape;792;p46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93" name="Google Shape;793;p46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94" name="Google Shape;794;p46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795" name="Google Shape;795;p46"/>
          <p:cNvSpPr/>
          <p:nvPr/>
        </p:nvSpPr>
        <p:spPr>
          <a:xfrm>
            <a:off x="740837" y="3398249"/>
            <a:ext cx="342491" cy="269305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796" name="Google Shape;796;p46"/>
          <p:cNvSpPr/>
          <p:nvPr/>
        </p:nvSpPr>
        <p:spPr>
          <a:xfrm>
            <a:off x="4781447" y="2862388"/>
            <a:ext cx="238576" cy="343416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797" name="Google Shape;797;p46"/>
          <p:cNvGrpSpPr/>
          <p:nvPr/>
        </p:nvGrpSpPr>
        <p:grpSpPr>
          <a:xfrm>
            <a:off x="5282594" y="2873271"/>
            <a:ext cx="234062" cy="332575"/>
            <a:chOff x="6701050" y="2978375"/>
            <a:chExt cx="316300" cy="449425"/>
          </a:xfrm>
        </p:grpSpPr>
        <p:sp>
          <p:nvSpPr>
            <p:cNvPr id="798" name="Google Shape;798;p46"/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799" name="Google Shape;799;p46"/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00" name="Google Shape;800;p46"/>
          <p:cNvGrpSpPr/>
          <p:nvPr/>
        </p:nvGrpSpPr>
        <p:grpSpPr>
          <a:xfrm>
            <a:off x="1242360" y="3420890"/>
            <a:ext cx="333481" cy="224128"/>
            <a:chOff x="1241275" y="3718400"/>
            <a:chExt cx="450650" cy="302875"/>
          </a:xfrm>
        </p:grpSpPr>
        <p:sp>
          <p:nvSpPr>
            <p:cNvPr id="801" name="Google Shape;801;p46"/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02" name="Google Shape;802;p46"/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03" name="Google Shape;803;p46"/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04" name="Google Shape;804;p46"/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05" name="Google Shape;805;p46"/>
          <p:cNvGrpSpPr/>
          <p:nvPr/>
        </p:nvGrpSpPr>
        <p:grpSpPr>
          <a:xfrm>
            <a:off x="1745708" y="3403722"/>
            <a:ext cx="324416" cy="258908"/>
            <a:chOff x="1921475" y="3695200"/>
            <a:chExt cx="438400" cy="349875"/>
          </a:xfrm>
        </p:grpSpPr>
        <p:sp>
          <p:nvSpPr>
            <p:cNvPr id="806" name="Google Shape;806;p46"/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09" name="Google Shape;809;p46"/>
          <p:cNvGrpSpPr/>
          <p:nvPr/>
        </p:nvGrpSpPr>
        <p:grpSpPr>
          <a:xfrm>
            <a:off x="2247687" y="3399652"/>
            <a:ext cx="318089" cy="266604"/>
            <a:chOff x="2599825" y="3689700"/>
            <a:chExt cx="429850" cy="360275"/>
          </a:xfrm>
        </p:grpSpPr>
        <p:sp>
          <p:nvSpPr>
            <p:cNvPr id="810" name="Google Shape;810;p46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12" name="Google Shape;812;p46"/>
          <p:cNvGrpSpPr/>
          <p:nvPr/>
        </p:nvGrpSpPr>
        <p:grpSpPr>
          <a:xfrm>
            <a:off x="2761858" y="3372087"/>
            <a:ext cx="287379" cy="300033"/>
            <a:chOff x="3294650" y="3652450"/>
            <a:chExt cx="388350" cy="405450"/>
          </a:xfrm>
        </p:grpSpPr>
        <p:sp>
          <p:nvSpPr>
            <p:cNvPr id="813" name="Google Shape;813;p46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16" name="Google Shape;816;p46"/>
          <p:cNvGrpSpPr/>
          <p:nvPr/>
        </p:nvGrpSpPr>
        <p:grpSpPr>
          <a:xfrm>
            <a:off x="3236734" y="3410049"/>
            <a:ext cx="335257" cy="245810"/>
            <a:chOff x="3936375" y="3703750"/>
            <a:chExt cx="453050" cy="332175"/>
          </a:xfrm>
        </p:grpSpPr>
        <p:sp>
          <p:nvSpPr>
            <p:cNvPr id="817" name="Google Shape;817;p46"/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22" name="Google Shape;822;p46"/>
          <p:cNvGrpSpPr/>
          <p:nvPr/>
        </p:nvGrpSpPr>
        <p:grpSpPr>
          <a:xfrm>
            <a:off x="3735550" y="3410049"/>
            <a:ext cx="335257" cy="245810"/>
            <a:chOff x="4610450" y="3703750"/>
            <a:chExt cx="453050" cy="332175"/>
          </a:xfrm>
        </p:grpSpPr>
        <p:sp>
          <p:nvSpPr>
            <p:cNvPr id="823" name="Google Shape;823;p46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25" name="Google Shape;825;p46"/>
          <p:cNvGrpSpPr/>
          <p:nvPr/>
        </p:nvGrpSpPr>
        <p:grpSpPr>
          <a:xfrm>
            <a:off x="4246113" y="3385203"/>
            <a:ext cx="311762" cy="295501"/>
            <a:chOff x="5300400" y="3670175"/>
            <a:chExt cx="421300" cy="399325"/>
          </a:xfrm>
        </p:grpSpPr>
        <p:sp>
          <p:nvSpPr>
            <p:cNvPr id="826" name="Google Shape;826;p46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831" name="Google Shape;831;p46"/>
          <p:cNvSpPr/>
          <p:nvPr/>
        </p:nvSpPr>
        <p:spPr>
          <a:xfrm>
            <a:off x="4727225" y="3359399"/>
            <a:ext cx="347023" cy="347005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832" name="Google Shape;832;p46"/>
          <p:cNvGrpSpPr/>
          <p:nvPr/>
        </p:nvGrpSpPr>
        <p:grpSpPr>
          <a:xfrm>
            <a:off x="5248258" y="3381577"/>
            <a:ext cx="302734" cy="302753"/>
            <a:chOff x="6654650" y="3665275"/>
            <a:chExt cx="409100" cy="409125"/>
          </a:xfrm>
        </p:grpSpPr>
        <p:sp>
          <p:nvSpPr>
            <p:cNvPr id="833" name="Google Shape;833;p46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35" name="Google Shape;835;p46"/>
          <p:cNvGrpSpPr/>
          <p:nvPr/>
        </p:nvGrpSpPr>
        <p:grpSpPr>
          <a:xfrm>
            <a:off x="746264" y="3867739"/>
            <a:ext cx="328042" cy="328061"/>
            <a:chOff x="570875" y="4322250"/>
            <a:chExt cx="443300" cy="443325"/>
          </a:xfrm>
        </p:grpSpPr>
        <p:sp>
          <p:nvSpPr>
            <p:cNvPr id="836" name="Google Shape;836;p46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840" name="Google Shape;840;p46"/>
          <p:cNvSpPr/>
          <p:nvPr/>
        </p:nvSpPr>
        <p:spPr>
          <a:xfrm>
            <a:off x="1231504" y="3931390"/>
            <a:ext cx="355163" cy="200633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841" name="Google Shape;841;p46"/>
          <p:cNvGrpSpPr/>
          <p:nvPr/>
        </p:nvGrpSpPr>
        <p:grpSpPr>
          <a:xfrm>
            <a:off x="1788628" y="3843356"/>
            <a:ext cx="238576" cy="376827"/>
            <a:chOff x="1979475" y="4289300"/>
            <a:chExt cx="322400" cy="509225"/>
          </a:xfrm>
        </p:grpSpPr>
        <p:sp>
          <p:nvSpPr>
            <p:cNvPr id="842" name="Google Shape;842;p46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45" name="Google Shape;845;p46"/>
          <p:cNvGrpSpPr/>
          <p:nvPr/>
        </p:nvGrpSpPr>
        <p:grpSpPr>
          <a:xfrm>
            <a:off x="2266206" y="3848314"/>
            <a:ext cx="281496" cy="366911"/>
            <a:chOff x="2624850" y="4296000"/>
            <a:chExt cx="380400" cy="495825"/>
          </a:xfrm>
        </p:grpSpPr>
        <p:sp>
          <p:nvSpPr>
            <p:cNvPr id="846" name="Google Shape;846;p46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849" name="Google Shape;849;p46"/>
          <p:cNvSpPr/>
          <p:nvPr/>
        </p:nvSpPr>
        <p:spPr>
          <a:xfrm>
            <a:off x="3253854" y="3881238"/>
            <a:ext cx="300921" cy="30094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850" name="Google Shape;850;p46"/>
          <p:cNvSpPr/>
          <p:nvPr/>
        </p:nvSpPr>
        <p:spPr>
          <a:xfrm>
            <a:off x="2755046" y="3900218"/>
            <a:ext cx="300921" cy="262978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851" name="Google Shape;851;p46"/>
          <p:cNvSpPr/>
          <p:nvPr/>
        </p:nvSpPr>
        <p:spPr>
          <a:xfrm>
            <a:off x="3751292" y="3879887"/>
            <a:ext cx="303659" cy="303641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852" name="Google Shape;852;p46"/>
          <p:cNvGrpSpPr/>
          <p:nvPr/>
        </p:nvGrpSpPr>
        <p:grpSpPr>
          <a:xfrm>
            <a:off x="4228038" y="3884463"/>
            <a:ext cx="347911" cy="294613"/>
            <a:chOff x="5275975" y="4344850"/>
            <a:chExt cx="470150" cy="398125"/>
          </a:xfrm>
        </p:grpSpPr>
        <p:sp>
          <p:nvSpPr>
            <p:cNvPr id="853" name="Google Shape;853;p46"/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54" name="Google Shape;854;p46"/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55" name="Google Shape;855;p46"/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856" name="Google Shape;856;p46"/>
          <p:cNvSpPr/>
          <p:nvPr/>
        </p:nvSpPr>
        <p:spPr>
          <a:xfrm>
            <a:off x="4744393" y="3875373"/>
            <a:ext cx="312687" cy="312669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857" name="Google Shape;857;p46"/>
          <p:cNvGrpSpPr/>
          <p:nvPr/>
        </p:nvGrpSpPr>
        <p:grpSpPr>
          <a:xfrm>
            <a:off x="5239211" y="3860524"/>
            <a:ext cx="320827" cy="342491"/>
            <a:chOff x="6642425" y="4312500"/>
            <a:chExt cx="433550" cy="462825"/>
          </a:xfrm>
        </p:grpSpPr>
        <p:sp>
          <p:nvSpPr>
            <p:cNvPr id="858" name="Google Shape;858;p46"/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59" name="Google Shape;859;p46"/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60" name="Google Shape;860;p46"/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861" name="Google Shape;861;p46"/>
          <p:cNvSpPr/>
          <p:nvPr/>
        </p:nvSpPr>
        <p:spPr>
          <a:xfrm>
            <a:off x="704244" y="4408958"/>
            <a:ext cx="412069" cy="243109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862" name="Google Shape;862;p46"/>
          <p:cNvGrpSpPr/>
          <p:nvPr/>
        </p:nvGrpSpPr>
        <p:grpSpPr>
          <a:xfrm>
            <a:off x="1244617" y="4368830"/>
            <a:ext cx="328949" cy="323528"/>
            <a:chOff x="1244325" y="4999400"/>
            <a:chExt cx="444525" cy="437200"/>
          </a:xfrm>
        </p:grpSpPr>
        <p:sp>
          <p:nvSpPr>
            <p:cNvPr id="863" name="Google Shape;863;p46"/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64" name="Google Shape;864;p46"/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65" name="Google Shape;865;p46"/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66" name="Google Shape;866;p46"/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67" name="Google Shape;867;p46"/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68" name="Google Shape;868;p46"/>
          <p:cNvGrpSpPr/>
          <p:nvPr/>
        </p:nvGrpSpPr>
        <p:grpSpPr>
          <a:xfrm>
            <a:off x="1772811" y="4358433"/>
            <a:ext cx="270211" cy="344304"/>
            <a:chOff x="1958100" y="4985350"/>
            <a:chExt cx="365150" cy="465275"/>
          </a:xfrm>
        </p:grpSpPr>
        <p:sp>
          <p:nvSpPr>
            <p:cNvPr id="869" name="Google Shape;869;p46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70" name="Google Shape;870;p46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71" name="Google Shape;871;p46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72" name="Google Shape;872;p46"/>
          <p:cNvGrpSpPr/>
          <p:nvPr/>
        </p:nvGrpSpPr>
        <p:grpSpPr>
          <a:xfrm>
            <a:off x="2251739" y="4371531"/>
            <a:ext cx="309986" cy="318552"/>
            <a:chOff x="2605300" y="5003050"/>
            <a:chExt cx="418900" cy="430475"/>
          </a:xfrm>
        </p:grpSpPr>
        <p:sp>
          <p:nvSpPr>
            <p:cNvPr id="873" name="Google Shape;873;p46"/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74" name="Google Shape;874;p46"/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75" name="Google Shape;875;p46"/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76" name="Google Shape;876;p46"/>
          <p:cNvGrpSpPr/>
          <p:nvPr/>
        </p:nvGrpSpPr>
        <p:grpSpPr>
          <a:xfrm>
            <a:off x="2720288" y="4378320"/>
            <a:ext cx="370518" cy="304547"/>
            <a:chOff x="3238475" y="5012225"/>
            <a:chExt cx="500700" cy="411550"/>
          </a:xfrm>
        </p:grpSpPr>
        <p:sp>
          <p:nvSpPr>
            <p:cNvPr id="877" name="Google Shape;877;p46"/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78" name="Google Shape;878;p46"/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79" name="Google Shape;879;p46"/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82" name="Google Shape;882;p46"/>
          <p:cNvGrpSpPr/>
          <p:nvPr/>
        </p:nvGrpSpPr>
        <p:grpSpPr>
          <a:xfrm>
            <a:off x="3699845" y="4345779"/>
            <a:ext cx="406667" cy="369612"/>
            <a:chOff x="4562200" y="4968250"/>
            <a:chExt cx="549550" cy="499475"/>
          </a:xfrm>
        </p:grpSpPr>
        <p:sp>
          <p:nvSpPr>
            <p:cNvPr id="883" name="Google Shape;883;p46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84" name="Google Shape;884;p46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85" name="Google Shape;885;p46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86" name="Google Shape;886;p46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87" name="Google Shape;887;p46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88" name="Google Shape;888;p46"/>
          <p:cNvGrpSpPr/>
          <p:nvPr/>
        </p:nvGrpSpPr>
        <p:grpSpPr>
          <a:xfrm>
            <a:off x="3263393" y="4366573"/>
            <a:ext cx="281940" cy="327580"/>
            <a:chOff x="3972400" y="4996350"/>
            <a:chExt cx="381000" cy="442675"/>
          </a:xfrm>
        </p:grpSpPr>
        <p:sp>
          <p:nvSpPr>
            <p:cNvPr id="889" name="Google Shape;889;p46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891" name="Google Shape;891;p46"/>
          <p:cNvGrpSpPr/>
          <p:nvPr/>
        </p:nvGrpSpPr>
        <p:grpSpPr>
          <a:xfrm>
            <a:off x="4202286" y="4339008"/>
            <a:ext cx="399434" cy="383154"/>
            <a:chOff x="5241175" y="4959100"/>
            <a:chExt cx="539775" cy="517775"/>
          </a:xfrm>
        </p:grpSpPr>
        <p:sp>
          <p:nvSpPr>
            <p:cNvPr id="892" name="Google Shape;892;p46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93" name="Google Shape;893;p46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94" name="Google Shape;894;p46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95" name="Google Shape;895;p46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96" name="Google Shape;896;p46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897" name="Google Shape;897;p46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898" name="Google Shape;898;p46"/>
          <p:cNvSpPr/>
          <p:nvPr/>
        </p:nvSpPr>
        <p:spPr>
          <a:xfrm>
            <a:off x="4724968" y="4433359"/>
            <a:ext cx="351537" cy="194306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899" name="Google Shape;899;p46"/>
          <p:cNvGrpSpPr/>
          <p:nvPr/>
        </p:nvGrpSpPr>
        <p:grpSpPr>
          <a:xfrm>
            <a:off x="5270846" y="4395932"/>
            <a:ext cx="256207" cy="294613"/>
            <a:chOff x="6685175" y="5036025"/>
            <a:chExt cx="346225" cy="398125"/>
          </a:xfrm>
        </p:grpSpPr>
        <p:sp>
          <p:nvSpPr>
            <p:cNvPr id="900" name="Google Shape;900;p46"/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901" name="Google Shape;901;p46"/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902" name="Google Shape;902;p46"/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903" name="Google Shape;903;p46"/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904" name="Google Shape;904;p46"/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grpSp>
        <p:nvGrpSpPr>
          <p:cNvPr id="905" name="Google Shape;905;p46"/>
          <p:cNvGrpSpPr/>
          <p:nvPr/>
        </p:nvGrpSpPr>
        <p:grpSpPr>
          <a:xfrm>
            <a:off x="6131017" y="2410999"/>
            <a:ext cx="432570" cy="421334"/>
            <a:chOff x="5926225" y="921350"/>
            <a:chExt cx="517800" cy="504350"/>
          </a:xfrm>
        </p:grpSpPr>
        <p:sp>
          <p:nvSpPr>
            <p:cNvPr id="906" name="Google Shape;906;p46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rgbClr val="F1C232"/>
                </a:solidFill>
              </a:endParaRPr>
            </a:p>
          </p:txBody>
        </p:sp>
        <p:sp>
          <p:nvSpPr>
            <p:cNvPr id="907" name="Google Shape;907;p46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>
                <a:solidFill>
                  <a:srgbClr val="F1C232"/>
                </a:solidFill>
              </a:endParaRPr>
            </a:p>
          </p:txBody>
        </p:sp>
      </p:grpSp>
      <p:sp>
        <p:nvSpPr>
          <p:cNvPr id="908" name="Google Shape;908;p46"/>
          <p:cNvSpPr/>
          <p:nvPr/>
        </p:nvSpPr>
        <p:spPr>
          <a:xfrm>
            <a:off x="6324938" y="264705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909" name="Google Shape;909;p46"/>
          <p:cNvGrpSpPr/>
          <p:nvPr/>
        </p:nvGrpSpPr>
        <p:grpSpPr>
          <a:xfrm>
            <a:off x="7016005" y="2390379"/>
            <a:ext cx="432570" cy="421334"/>
            <a:chOff x="5926225" y="921350"/>
            <a:chExt cx="517800" cy="504350"/>
          </a:xfrm>
        </p:grpSpPr>
        <p:sp>
          <p:nvSpPr>
            <p:cNvPr id="910" name="Google Shape;910;p46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911" name="Google Shape;911;p46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912" name="Google Shape;912;p46"/>
          <p:cNvSpPr/>
          <p:nvPr/>
        </p:nvSpPr>
        <p:spPr>
          <a:xfrm>
            <a:off x="7209926" y="262643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grpSp>
        <p:nvGrpSpPr>
          <p:cNvPr id="913" name="Google Shape;913;p46"/>
          <p:cNvGrpSpPr/>
          <p:nvPr/>
        </p:nvGrpSpPr>
        <p:grpSpPr>
          <a:xfrm>
            <a:off x="6131285" y="3139421"/>
            <a:ext cx="1075937" cy="1047989"/>
            <a:chOff x="5926225" y="921350"/>
            <a:chExt cx="517800" cy="504350"/>
          </a:xfrm>
        </p:grpSpPr>
        <p:sp>
          <p:nvSpPr>
            <p:cNvPr id="914" name="Google Shape;914;p46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ABE33F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  <p:sp>
          <p:nvSpPr>
            <p:cNvPr id="915" name="Google Shape;915;p46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ABE33F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noProof="0"/>
            </a:p>
          </p:txBody>
        </p:sp>
      </p:grpSp>
      <p:sp>
        <p:nvSpPr>
          <p:cNvPr id="916" name="Google Shape;916;p46"/>
          <p:cNvSpPr/>
          <p:nvPr/>
        </p:nvSpPr>
        <p:spPr>
          <a:xfrm>
            <a:off x="6613598" y="3726518"/>
            <a:ext cx="997288" cy="56337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ABE33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/>
          </a:p>
        </p:txBody>
      </p:sp>
      <p:sp>
        <p:nvSpPr>
          <p:cNvPr id="917" name="Google Shape;917;p46"/>
          <p:cNvSpPr txBox="1"/>
          <p:nvPr/>
        </p:nvSpPr>
        <p:spPr>
          <a:xfrm>
            <a:off x="6019975" y="8454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 b="1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SlidesCarnival</a:t>
            </a:r>
            <a:r>
              <a:rPr lang="fr-FR" sz="900" b="1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b="1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icons</a:t>
            </a:r>
            <a:r>
              <a:rPr lang="fr-FR" sz="900" b="1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are </a:t>
            </a:r>
            <a:r>
              <a:rPr lang="fr-FR" sz="900" b="1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editable</a:t>
            </a:r>
            <a:r>
              <a:rPr lang="fr-FR" sz="900" b="1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b="1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shapes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sz="900" noProof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This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means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that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you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can:</a:t>
            </a: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Resize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them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without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losing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quality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.</a:t>
            </a: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Change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fill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and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opacity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.</a:t>
            </a: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Change line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color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,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width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and style.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900" noProof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Isn’t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that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nice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? :)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900" noProof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noProof="0" err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Examples</a:t>
            </a:r>
            <a:r>
              <a:rPr lang="fr-FR" sz="900" noProof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sz="900" noProof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900" noProof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18" name="Google Shape;918;p46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39</a:t>
            </a:fld>
            <a:endParaRPr lang="fr-FR" noProof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p47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924" name="Google Shape;924;p47"/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7"/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7"/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7"/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p47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931" name="Google Shape;931;p47"/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" name="Google Shape;935;p47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936" name="Google Shape;936;p47"/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7"/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7"/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9" name="Google Shape;939;p47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940" name="Google Shape;940;p47"/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7"/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7"/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" name="Google Shape;945;p47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946" name="Google Shape;946;p47"/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9" name="Google Shape;949;p47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950" name="Google Shape;950;p47"/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4" name="Google Shape;954;p47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955" name="Google Shape;955;p47"/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p47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961" name="Google Shape;961;p47"/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7" name="Google Shape;967;p47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968" name="Google Shape;968;p47"/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0" name="Google Shape;970;p47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971" name="Google Shape;971;p47"/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7"/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4" name="Google Shape;974;p47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975" name="Google Shape;975;p47"/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7"/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1" name="Google Shape;981;p47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982" name="Google Shape;982;p47"/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7"/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7"/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7" name="Google Shape;987;p47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988" name="Google Shape;988;p47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7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7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1" name="Google Shape;991;p47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992" name="Google Shape;992;p47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993" name="Google Shape;993;p47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7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47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47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47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7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7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7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47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47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3" name="Google Shape;1003;p47"/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7"/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7"/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7"/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7"/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7"/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9" name="Google Shape;1009;p47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1010" name="Google Shape;1010;p47"/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7"/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7"/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7"/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4" name="Google Shape;1014;p47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1015" name="Google Shape;1015;p47"/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0" name="Google Shape;1020;p47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1021" name="Google Shape;1021;p47"/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7" name="Google Shape;1027;p47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1028" name="Google Shape;1028;p47"/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2" name="Google Shape;1032;p47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1033" name="Google Shape;1033;p47"/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7"/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7" name="Google Shape;1037;p47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1038" name="Google Shape;1038;p47"/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3" name="Google Shape;1043;p47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044" name="Google Shape;1044;p47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47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47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47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47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47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47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47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47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47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54" name="Google Shape;1054;p47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1055" name="Google Shape;1055;p47"/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7"/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7"/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8" name="Google Shape;1058;p47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059" name="Google Shape;1059;p47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47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47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47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47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47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47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47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47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47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9" name="Google Shape;1069;p47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1070" name="Google Shape;1070;p47"/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7"/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47"/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47"/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4" name="Google Shape;1074;p47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075" name="Google Shape;1075;p47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7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47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47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47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47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47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47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47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47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85" name="Google Shape;1085;p47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1086" name="Google Shape;1086;p47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7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7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47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7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3" name="Google Shape;1093;p47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1094" name="Google Shape;1094;p47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7"/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7"/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7"/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8" name="Google Shape;1098;p47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1099" name="Google Shape;1099;p47"/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7"/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7"/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7"/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3" name="Google Shape;1103;p47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1104" name="Google Shape;1104;p47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7"/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7"/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7"/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7"/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9" name="Google Shape;1109;p47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1110" name="Google Shape;1110;p47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7"/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7"/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7"/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47"/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47"/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6" name="Google Shape;1116;p47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1117" name="Google Shape;1117;p47"/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7"/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7"/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0" name="Google Shape;1120;p47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1121" name="Google Shape;1121;p47"/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47"/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7"/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7"/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7"/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6" name="Google Shape;1126;p47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1127" name="Google Shape;1127;p47"/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47"/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7"/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7"/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7"/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7"/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3" name="Google Shape;1133;p47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1134" name="Google Shape;1134;p47"/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7"/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47"/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7" name="Google Shape;1137;p47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138" name="Google Shape;1138;p47"/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47"/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47"/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47"/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2" name="Google Shape;1142;p47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143" name="Google Shape;1143;p47"/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47"/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47"/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47"/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47"/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7"/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9" name="Google Shape;1149;p47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150" name="Google Shape;1150;p47"/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47"/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47"/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47"/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47"/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47"/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47"/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7" name="Google Shape;1157;p47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158" name="Google Shape;1158;p47"/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7"/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7"/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47"/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2" name="Google Shape;1162;p47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163" name="Google Shape;1163;p47"/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47"/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7"/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6" name="Google Shape;1166;p47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167" name="Google Shape;1167;p47"/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7"/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47"/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0" name="Google Shape;1170;p47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171" name="Google Shape;1171;p47"/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47"/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47"/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47"/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5" name="Google Shape;1175;p47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176" name="Google Shape;1176;p47"/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47"/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47"/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47"/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0" name="Google Shape;1180;p47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181" name="Google Shape;1181;p47"/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47"/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47"/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47"/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47"/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6" name="Google Shape;1186;p47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187" name="Google Shape;1187;p47"/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47"/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47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47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47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47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3" name="Google Shape;1193;p47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194" name="Google Shape;1194;p47"/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47"/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47"/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47"/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47"/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47"/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47"/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1" name="Google Shape;1201;p47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202" name="Google Shape;1202;p47"/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47"/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47"/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47"/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7"/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47"/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47"/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7"/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7"/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7"/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7"/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4" name="Google Shape;1214;p47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215" name="Google Shape;1215;p47"/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7"/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7"/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47"/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9" name="Google Shape;1219;p47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220" name="Google Shape;1220;p47"/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47"/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3" name="Google Shape;1223;p47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224" name="Google Shape;1224;p47"/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7"/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47"/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47"/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0" name="Google Shape;1230;p47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231" name="Google Shape;1231;p47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47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47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47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47"/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47"/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9" name="Google Shape;1239;p47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240" name="Google Shape;1240;p47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47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47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47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47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47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47"/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47"/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47"/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47"/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47"/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47"/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2" name="Google Shape;1252;p47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253" name="Google Shape;1253;p47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47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47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47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47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47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47"/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47"/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47"/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47"/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47"/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47"/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5" name="Google Shape;1265;p47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266" name="Google Shape;1266;p47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47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47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47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47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47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47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47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47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47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47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47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8" name="Google Shape;1278;p47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279" name="Google Shape;1279;p47"/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47"/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47"/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47"/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47"/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47"/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47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286" name="Google Shape;1286;p47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47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47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47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47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47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47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47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47"/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47"/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47"/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47"/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47"/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47"/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47"/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1" name="Google Shape;1301;p47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302" name="Google Shape;1302;p47"/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47"/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47"/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47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6" name="Google Shape;1306;p47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307" name="Google Shape;1307;p47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308" name="Google Shape;1308;p47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47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47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1" name="Google Shape;1311;p47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312" name="Google Shape;1312;p47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47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47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5" name="Google Shape;1315;p47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316" name="Google Shape;1316;p47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47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47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9" name="Google Shape;1319;p47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320" name="Google Shape;1320;p47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47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47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23" name="Google Shape;1323;p47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324" name="Google Shape;1324;p47"/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47"/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47"/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47"/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47"/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47"/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47"/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47"/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fr-FR" sz="14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2" name="Google Shape;1332;p47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333" name="Google Shape;1333;p47"/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47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b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47"/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47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b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47"/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47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b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47"/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47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b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47"/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47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b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47"/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47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b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47"/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47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b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47"/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47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b="0" u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47"/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47"/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47"/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47"/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47"/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47"/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47"/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47"/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1400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7" name="Google Shape;1357;p47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358" name="Google Shape;1358;p47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359" name="Google Shape;1359;p47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47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1" name="Google Shape;1361;p47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362" name="Google Shape;1362;p47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47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4" name="Google Shape;1364;p47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365" name="Google Shape;1365;p47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47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lang="fr-FR" sz="1400" b="0" i="0" u="none" strike="noStrike" cap="none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67" name="Google Shape;1367;p47"/>
          <p:cNvSpPr txBox="1">
            <a:spLocks noGrp="1"/>
          </p:cNvSpPr>
          <p:nvPr>
            <p:ph type="title" idx="4294967295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noProof="0" err="1"/>
              <a:t>Diagrams</a:t>
            </a:r>
            <a:r>
              <a:rPr lang="fr-FR" sz="2000" noProof="0"/>
              <a:t> and </a:t>
            </a:r>
            <a:r>
              <a:rPr lang="fr-FR" sz="2000" noProof="0" err="1"/>
              <a:t>infographics</a:t>
            </a:r>
            <a:endParaRPr lang="fr-FR" sz="2000" noProof="0"/>
          </a:p>
        </p:txBody>
      </p:sp>
      <p:sp>
        <p:nvSpPr>
          <p:cNvPr id="1368" name="Google Shape;1368;p4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40</a:t>
            </a:fld>
            <a:endParaRPr lang="fr-FR" noProof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48"/>
          <p:cNvSpPr txBox="1"/>
          <p:nvPr/>
        </p:nvSpPr>
        <p:spPr>
          <a:xfrm>
            <a:off x="808100" y="1295275"/>
            <a:ext cx="80325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You can </a:t>
            </a:r>
            <a:r>
              <a:rPr lang="fr-FR" b="1" noProof="0" err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also</a:t>
            </a:r>
            <a:r>
              <a:rPr lang="fr-FR" b="1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 use </a:t>
            </a:r>
            <a:r>
              <a:rPr lang="fr-FR" b="1" noProof="0" err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any</a:t>
            </a:r>
            <a:r>
              <a:rPr lang="fr-FR" b="1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 emoji as an </a:t>
            </a:r>
            <a:r>
              <a:rPr lang="fr-FR" b="1" noProof="0" err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icon</a:t>
            </a:r>
            <a:r>
              <a:rPr lang="fr-FR" b="1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And of course </a:t>
            </a:r>
            <a:r>
              <a:rPr lang="fr-FR" noProof="0" err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it</a:t>
            </a: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noProof="0" err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resizes</a:t>
            </a: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noProof="0" err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without</a:t>
            </a: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noProof="0" err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losing</a:t>
            </a: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fr-FR" noProof="0" err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quality</a:t>
            </a: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How? Follow Google instructions https://twitter.com/googledocs/status/730087240156643328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1" noProof="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74" name="Google Shape;1374;p48"/>
          <p:cNvSpPr txBox="1"/>
          <p:nvPr/>
        </p:nvSpPr>
        <p:spPr>
          <a:xfrm>
            <a:off x="808100" y="22980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noProof="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✋👆👉👍👤👦👧👨👩👪💃🏃💑❤😂😉😋😒😭👶😸🐟🍒🍔💣📌📖🔨🎃🎈🎨🏈🏰🌏🔌🔑</a:t>
            </a:r>
            <a:r>
              <a:rPr lang="fr-FR" sz="2400" noProof="0">
                <a:solidFill>
                  <a:srgbClr val="FFFFFF"/>
                </a:solidFill>
                <a:highlight>
                  <a:srgbClr val="00AE9D"/>
                </a:highlight>
                <a:latin typeface="Karla"/>
                <a:ea typeface="Karla"/>
                <a:cs typeface="Karla"/>
                <a:sym typeface="Karla"/>
              </a:rPr>
              <a:t> and </a:t>
            </a:r>
            <a:r>
              <a:rPr lang="fr-FR" sz="2400" noProof="0" err="1">
                <a:solidFill>
                  <a:srgbClr val="FFFFFF"/>
                </a:solidFill>
                <a:highlight>
                  <a:srgbClr val="00AE9D"/>
                </a:highlight>
                <a:latin typeface="Karla"/>
                <a:ea typeface="Karla"/>
                <a:cs typeface="Karla"/>
                <a:sym typeface="Karla"/>
              </a:rPr>
              <a:t>many</a:t>
            </a:r>
            <a:r>
              <a:rPr lang="fr-FR" sz="2400" noProof="0">
                <a:solidFill>
                  <a:srgbClr val="FFFFFF"/>
                </a:solidFill>
                <a:highlight>
                  <a:srgbClr val="00AE9D"/>
                </a:highlight>
                <a:latin typeface="Karla"/>
                <a:ea typeface="Karla"/>
                <a:cs typeface="Karla"/>
                <a:sym typeface="Karla"/>
              </a:rPr>
              <a:t> more...</a:t>
            </a:r>
          </a:p>
        </p:txBody>
      </p:sp>
      <p:sp>
        <p:nvSpPr>
          <p:cNvPr id="1375" name="Google Shape;1375;p4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noProof="0" smtClean="0"/>
              <a:t>41</a:t>
            </a:fld>
            <a:endParaRPr lang="fr-FR" noProof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4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49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noProof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</a:t>
            </a:r>
            <a:r>
              <a:rPr lang="fr-FR" sz="1800" b="1" noProof="0" err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templates</a:t>
            </a:r>
            <a:r>
              <a:rPr lang="fr-FR" sz="1800" b="1" noProof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for all </a:t>
            </a:r>
            <a:r>
              <a:rPr lang="fr-FR" sz="1800" b="1" noProof="0" err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r>
              <a:rPr lang="fr-FR" sz="1800" b="1" noProof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800" b="1" noProof="0" err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presentation</a:t>
            </a:r>
            <a:r>
              <a:rPr lang="fr-FR" sz="1800" b="1" noProof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800" b="1" noProof="0" err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needs</a:t>
            </a:r>
            <a:endParaRPr lang="fr-FR" sz="1800" b="1" noProof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82" name="Google Shape;1382;p49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383" name="Google Shape;1383;p49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384" name="Google Shape;1384;p49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</a:t>
                </a:r>
                <a:r>
                  <a:rPr lang="fr-FR" sz="1200" noProof="0" err="1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professional</a:t>
                </a: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and </a:t>
                </a:r>
                <a:r>
                  <a:rPr lang="fr-FR" sz="1200" noProof="0" err="1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customizable</a:t>
                </a:r>
                <a:endParaRPr lang="fr-FR" sz="1200" noProof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85" name="Google Shape;1385;p49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fr-FR" noProof="0"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386" name="Google Shape;1386;p49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387" name="Google Shape;1387;p49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</a:t>
                </a:r>
                <a:r>
                  <a:rPr lang="fr-FR" sz="1200" noProof="0" err="1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personal</a:t>
                </a: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or commercial use</a:t>
                </a:r>
              </a:p>
            </p:txBody>
          </p:sp>
          <p:sp>
            <p:nvSpPr>
              <p:cNvPr id="1388" name="Google Shape;1388;p49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fr-FR" noProof="0"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389" name="Google Shape;1389;p49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390" name="Google Shape;1390;p49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</a:t>
                </a:r>
                <a:r>
                  <a:rPr lang="fr-FR" sz="1200" noProof="0" err="1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your</a:t>
                </a: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audience </a:t>
                </a:r>
                <a:r>
                  <a:rPr lang="fr-FR" sz="1200" noProof="0" err="1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away</a:t>
                </a: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</a:t>
                </a:r>
                <a:r>
                  <a:rPr lang="fr-FR" sz="1200" noProof="0" err="1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with</a:t>
                </a: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attractive </a:t>
                </a:r>
                <a:r>
                  <a:rPr lang="fr-FR" sz="1200" noProof="0" err="1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visuals</a:t>
                </a:r>
                <a:endParaRPr lang="fr-FR" sz="1200" noProof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91" name="Google Shape;1391;p49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fr-FR" noProof="0"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392" name="Google Shape;1392;p49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393" name="Google Shape;1393;p49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200" noProof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</a:p>
            </p:txBody>
          </p:sp>
          <p:sp>
            <p:nvSpPr>
              <p:cNvPr id="1394" name="Google Shape;1394;p49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fr-FR" noProof="0"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Escalus template">
  <a:themeElements>
    <a:clrScheme name="Custom 347">
      <a:dk1>
        <a:srgbClr val="004C52"/>
      </a:dk1>
      <a:lt1>
        <a:srgbClr val="FFFFFF"/>
      </a:lt1>
      <a:dk2>
        <a:srgbClr val="788788"/>
      </a:dk2>
      <a:lt2>
        <a:srgbClr val="E6EEED"/>
      </a:lt2>
      <a:accent1>
        <a:srgbClr val="004C52"/>
      </a:accent1>
      <a:accent2>
        <a:srgbClr val="00AE9D"/>
      </a:accent2>
      <a:accent3>
        <a:srgbClr val="4BD3B0"/>
      </a:accent3>
      <a:accent4>
        <a:srgbClr val="68DD6B"/>
      </a:accent4>
      <a:accent5>
        <a:srgbClr val="ABE33F"/>
      </a:accent5>
      <a:accent6>
        <a:srgbClr val="DBEEA6"/>
      </a:accent6>
      <a:hlink>
        <a:srgbClr val="004C52"/>
      </a:hlink>
      <a:folHlink>
        <a:srgbClr val="6611CC"/>
      </a:folHlink>
    </a:clrScheme>
    <a:fontScheme name="Personnalisé 2">
      <a:majorFont>
        <a:latin typeface="Raleway"/>
        <a:ea typeface=""/>
        <a:cs typeface=""/>
      </a:majorFont>
      <a:minorFont>
        <a:latin typeface="Kar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2414070-5698-46e4-abf8-b8f1b3c64e81}" enabled="1" method="Privileged" siteId="{b9fec68c-c92d-461e-9a97-3d03a0f18b82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1722</Words>
  <Application>Microsoft Office PowerPoint</Application>
  <PresentationFormat>Affichage à l'écran (16:9)</PresentationFormat>
  <Paragraphs>508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8" baseType="lpstr">
      <vt:lpstr>Arial</vt:lpstr>
      <vt:lpstr>Calibri</vt:lpstr>
      <vt:lpstr>Karla</vt:lpstr>
      <vt:lpstr>Montserrat</vt:lpstr>
      <vt:lpstr>Raleway</vt:lpstr>
      <vt:lpstr>Escalus template</vt:lpstr>
      <vt:lpstr>Mobile Bike</vt:lpstr>
      <vt:lpstr>Sommaire</vt:lpstr>
      <vt:lpstr>1. PRÉSENTATION</vt:lpstr>
      <vt:lpstr>Bienvenue!</vt:lpstr>
      <vt:lpstr>Présentation de l’équipe</vt:lpstr>
      <vt:lpstr>Timeline</vt:lpstr>
      <vt:lpstr>Timeline</vt:lpstr>
      <vt:lpstr>Gantt chart</vt:lpstr>
      <vt:lpstr>Présentation PowerPoint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charts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Présentation PowerPoint</vt:lpstr>
      <vt:lpstr>Présentation PowerPoint</vt:lpstr>
      <vt:lpstr>Présentation PowerPoint</vt:lpstr>
      <vt:lpstr>Présentation PowerPoint</vt:lpstr>
      <vt:lpstr>Thanks!</vt:lpstr>
      <vt:lpstr>Credits</vt:lpstr>
      <vt:lpstr>Presentation design</vt:lpstr>
      <vt:lpstr>2. Extra Resources</vt:lpstr>
      <vt:lpstr>Timeline</vt:lpstr>
      <vt:lpstr>Roadmap</vt:lpstr>
      <vt:lpstr>Timeline</vt:lpstr>
      <vt:lpstr>SWOT Analysis</vt:lpstr>
      <vt:lpstr>Business Model Canvas</vt:lpstr>
      <vt:lpstr>Funnel</vt:lpstr>
      <vt:lpstr>Competitor Matrix</vt:lpstr>
      <vt:lpstr>Weekly Planner</vt:lpstr>
      <vt:lpstr>Présentation PowerPoint</vt:lpstr>
      <vt:lpstr>Diagrams and infographics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TIERTANT, Alice</dc:creator>
  <cp:lastModifiedBy>TIERTANT, Alice</cp:lastModifiedBy>
  <cp:revision>3</cp:revision>
  <dcterms:modified xsi:type="dcterms:W3CDTF">2026-07-24T14:31:18Z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Escalus template:3</vt:lpwstr>
  </property>
  <property fmtid="{D5CDD505-2E9C-101B-9397-08002B2CF9AE}" pid="3" name="ClassificationContentMarkingFooterText">
    <vt:lpwstr>Données personnelles</vt:lpwstr>
  </property>
</Properties>
</file>